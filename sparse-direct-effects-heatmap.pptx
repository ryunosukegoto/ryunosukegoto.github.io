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b0084d1671c43ff" /><Relationship Type="http://schemas.openxmlformats.org/officeDocument/2006/relationships/extended-properties" Target="/docProps/app.xml" Id="R44bb9eb9f4ac4a15" /><Relationship Type="http://schemas.openxmlformats.org/officeDocument/2006/relationships/officeDocument" Target="/ppt/presentation.xml" Id="R2e15388d2fc64b8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ff9c0b7ffd24b86"/>
  </p:sldMasterIdLst>
  <p:notesMasterIdLst>
    <p:notesMasterId xmlns:r="http://schemas.openxmlformats.org/officeDocument/2006/relationships" r:id="Re881288195324a70"/>
  </p:notesMasterIdLst>
  <p:sldIdLst>
    <p:sldId xmlns:r="http://schemas.openxmlformats.org/officeDocument/2006/relationships" id="256" r:id="R931260af718849cc"/>
  </p:sldIdLst>
  <p:sldSz cx="24384000" cy="13716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 b="def" i="def"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</a:tblStyleLst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0ce01cc26624a4b" /><Relationship Type="http://schemas.openxmlformats.org/officeDocument/2006/relationships/slideMaster" Target="/ppt/slideMasters/slideMaster1.xml" Id="Reff9c0b7ffd24b86" /><Relationship Type="http://schemas.openxmlformats.org/officeDocument/2006/relationships/notesMaster" Target="/ppt/notesMasters/notesMaster1.xml" Id="Re881288195324a70" /><Relationship Type="http://schemas.openxmlformats.org/officeDocument/2006/relationships/presProps" Target="/ppt/presProps.xml" Id="R64d48644279840d4" /><Relationship Type="http://schemas.openxmlformats.org/officeDocument/2006/relationships/tableStyles" Target="/ppt/tableStyles.xml" Id="R8f07750c81894e2f" /><Relationship Type="http://schemas.openxmlformats.org/officeDocument/2006/relationships/slide" Target="/ppt/slides/slide1.xml" Id="R931260af718849c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bf44fb8e4b34c7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4999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6e1b1ebf2944831" /><Relationship Type="http://schemas.openxmlformats.org/officeDocument/2006/relationships/notesMaster" Target="/ppt/notesMasters/notesMaster1.xml" Id="R997df6850160435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35aa7ffc1444f8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08c780a18434bd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40a70397fd34b0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2ffb91ca5ce483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4bd9c322e2d4e9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ea77a04398e49cb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2725c65ae254555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0cfcdc044c84e6a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de384fd3c564841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cf2f5b32a2b41b3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6713582b12a48ee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8ad9db7062143fd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b0fbb1ebe7d4cea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20317a19d424317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df4fcf0c6bd4a7e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d4a7848d5b24682" /></Relationships>
</file>

<file path=ppt/slideLayouts/_rels/slideLayout1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08c69cb75f14aca" /></Relationships>
</file>

<file path=ppt/slideLayouts/slideLayout1.xml><?xml version="1.0" encoding="utf-8"?>
<p:sldLayout xmlns:p="http://schemas.openxmlformats.org/presentationml/2006/main" showMasterSp="1" showMasterPhAnim="1" type="title">
  <p:cSld name="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Author and Date">
            <a:extLst xmlns:a="http://schemas.openxmlformats.org/drawingml/2006/main">
              <a:ext uri="{FF2B5EF4-FFF2-40B4-BE49-F238E27FC236}">
                <a16:creationId xmlns:a16="http://schemas.microsoft.com/office/drawing/2014/main" id="{97CB1FB2-9278-4339-838B-48124143C752}"/>
              </a:ext>
            </a:extLst>
          </p:cNvPr>
          <p:cNvSpPr>
            <a:spLocks xmlns:a="http://schemas.openxmlformats.org/drawingml/2006/main" noGrp="1"/>
          </p:cNvSpPr>
          <p:nvPr>
            <p:ph type="body" idx="21" hasCustomPrompt="1"/>
          </p:nvPr>
        </p:nvSpPr>
        <p:spPr>
          <a:xfrm xmlns:a="http://schemas.openxmlformats.org/drawingml/2006/main">
            <a:off x="1201340" y="11859862"/>
            <a:ext cx="21971003" cy="63697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45719" tIns="45719" rIns="45719" bIns="45719"/>
          <a:lstStyle xmlns:a="http://schemas.openxmlformats.org/drawingml/2006/main"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3600" b="1"/>
            </a:lvl1pPr>
          </a:lstStyle>
          <a:p xmlns:a="http://schemas.openxmlformats.org/drawingml/2006/main">
            <a:pPr>
              <a:buNone/>
            </a:pPr>
            <a:r>
              <a:t>Author and Date</a:t>
            </a:r>
          </a:p>
        </p:txBody>
      </p:sp>
      <p:sp>
        <p:nvSpPr>
          <p:cNvPr id="12" name="Presentation Title">
            <a:extLst xmlns:a="http://schemas.openxmlformats.org/drawingml/2006/main">
              <a:ext uri="{FF2B5EF4-FFF2-40B4-BE49-F238E27FC236}">
                <a16:creationId xmlns:a16="http://schemas.microsoft.com/office/drawing/2014/main" id="{AABEE28A-5D31-462C-A8E5-1CC3FF7FA0DD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1206496" y="2574991"/>
            <a:ext cx="21971004" cy="464820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11600" spc="-232"/>
            </a:lvl1pPr>
          </a:lstStyle>
          <a:p xmlns:a="http://schemas.openxmlformats.org/drawingml/2006/main">
            <a:pPr>
              <a:buNone/>
            </a:pPr>
            <a:r>
              <a:t>Presentation Title</a:t>
            </a:r>
          </a:p>
        </p:txBody>
      </p:sp>
      <p:sp>
        <p:nvSpPr>
          <p:cNvPr id="13" name="Body Level One…">
            <a:extLst xmlns:a="http://schemas.openxmlformats.org/drawingml/2006/main">
              <a:ext uri="{FF2B5EF4-FFF2-40B4-BE49-F238E27FC236}">
                <a16:creationId xmlns:a16="http://schemas.microsoft.com/office/drawing/2014/main" id="{CA73A854-CE96-4274-8EB4-986C5BD4327B}"/>
              </a:ext>
            </a:extLst>
          </p:cNvPr>
          <p:cNvSpPr>
            <a:spLocks xmlns:a="http://schemas.openxmlformats.org/drawingml/2006/main" noGrp="1"/>
          </p:cNvSpPr>
          <p:nvPr>
            <p:ph type="body" idx="1" hasCustomPrompt="1"/>
          </p:nvPr>
        </p:nvSpPr>
        <p:spPr>
          <a:xfrm xmlns:a="http://schemas.openxmlformats.org/drawingml/2006/main">
            <a:off x="1201342" y="7223190"/>
            <a:ext cx="21971001" cy="190500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 xmlns:a="http://schemas.openxmlformats.org/drawingml/2006/main">
            <a:pPr>
              <a:buNone/>
            </a:pPr>
            <a:r>
              <a:t>Presentation Subtitle</a:t>
            </a:r>
          </a:p>
          <a:p xmlns:a="http://schemas.openxmlformats.org/drawingml/2006/main">
            <a:pPr lvl="1">
              <a:buNone/>
            </a:pPr>
            <a:r>
              <a:t/>
            </a:r>
          </a:p>
          <a:p xmlns:a="http://schemas.openxmlformats.org/drawingml/2006/main">
            <a:pPr lvl="2">
              <a:buNone/>
            </a:pPr>
            <a:r>
              <a:t/>
            </a:r>
          </a:p>
          <a:p xmlns:a="http://schemas.openxmlformats.org/drawingml/2006/main">
            <a:pPr lvl="3">
              <a:buNone/>
            </a:pPr>
            <a:r>
              <a:t/>
            </a:r>
          </a:p>
          <a:p xmlns:a="http://schemas.openxmlformats.org/drawingml/2006/main">
            <a:pPr lvl="4">
              <a:buNone/>
            </a:pPr>
            <a:r>
              <a:t/>
            </a:r>
          </a:p>
        </p:txBody>
      </p:sp>
      <p:sp>
        <p:nvSpPr>
          <p:cNvPr id="14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CF284E6F-7A28-4331-962D-2E9EB1462A92}"/>
              </a:ext>
            </a:extLst>
          </p:cNvPr>
          <p:cNvSpPr>
            <a:spLocks xmlns:a="http://schemas.openxmlformats.org/drawingml/2006/main" noGrp="1"/>
          </p:cNvSpPr>
          <p:nvPr>
            <p:ph type="sldNum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</p:spTree>
  </p:cSld>
</p:sldLayout>
</file>

<file path=ppt/slideLayouts/slideLayout2.xml><?xml version="1.0" encoding="utf-8"?>
<p:sldLayout xmlns:p="http://schemas.openxmlformats.org/presentationml/2006/main" showMasterSp="1" showMasterPhAnim="1">
  <p:cSld name="Title &amp; Photo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Avocados and limes">
            <a:extLst xmlns:a="http://schemas.openxmlformats.org/drawingml/2006/main">
              <a:ext uri="{FF2B5EF4-FFF2-40B4-BE49-F238E27FC236}">
                <a16:creationId xmlns:a16="http://schemas.microsoft.com/office/drawing/2014/main" id="{136532A2-40F2-47EF-B3AE-1F60547AA0A7}"/>
              </a:ext>
            </a:extLst>
          </p:cNvPr>
          <p:cNvSpPr>
            <a:spLocks xmlns:a="http://schemas.openxmlformats.org/drawingml/2006/main" noGrp="1"/>
          </p:cNvSpPr>
          <p:nvPr>
            <p:ph type="pic" idx="21"/>
          </p:nvPr>
        </p:nvSpPr>
        <p:spPr>
          <a:xfrm xmlns:a="http://schemas.openxmlformats.org/drawingml/2006/main">
            <a:off x="-1155700" y="-1295400"/>
            <a:ext cx="26746200" cy="1601893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39" tIns="45719" rIns="91439" bIns="45719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2" name="Presentation Title">
            <a:extLst xmlns:a="http://schemas.openxmlformats.org/drawingml/2006/main">
              <a:ext uri="{FF2B5EF4-FFF2-40B4-BE49-F238E27FC236}">
                <a16:creationId xmlns:a16="http://schemas.microsoft.com/office/drawing/2014/main" id="{B1F323CF-D9BE-4A63-9309-A57D2578E2CA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1206500" y="7124700"/>
            <a:ext cx="21971000" cy="464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11600" spc="-232"/>
            </a:lvl1pPr>
          </a:lstStyle>
          <a:p xmlns:a="http://schemas.openxmlformats.org/drawingml/2006/main">
            <a:pPr>
              <a:buNone/>
            </a:pPr>
            <a:r>
              <a:t>Presentation Title</a:t>
            </a:r>
          </a:p>
        </p:txBody>
      </p:sp>
      <p:sp>
        <p:nvSpPr>
          <p:cNvPr id="23" name="Author and Date">
            <a:extLst xmlns:a="http://schemas.openxmlformats.org/drawingml/2006/main">
              <a:ext uri="{FF2B5EF4-FFF2-40B4-BE49-F238E27FC236}">
                <a16:creationId xmlns:a16="http://schemas.microsoft.com/office/drawing/2014/main" id="{266BF377-2215-47BA-8C8C-2268C6531802}"/>
              </a:ext>
            </a:extLst>
          </p:cNvPr>
          <p:cNvSpPr>
            <a:spLocks xmlns:a="http://schemas.openxmlformats.org/drawingml/2006/main" noGrp="1"/>
          </p:cNvSpPr>
          <p:nvPr>
            <p:ph type="body" idx="22" hasCustomPrompt="1"/>
          </p:nvPr>
        </p:nvSpPr>
        <p:spPr>
          <a:xfrm xmlns:a="http://schemas.openxmlformats.org/drawingml/2006/main">
            <a:off x="1207690" y="1106137"/>
            <a:ext cx="21968621" cy="63697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45719" tIns="45719" rIns="45719" bIns="45719"/>
          <a:lstStyle xmlns:a="http://schemas.openxmlformats.org/drawingml/2006/main"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3600" b="1"/>
            </a:lvl1pPr>
          </a:lstStyle>
          <a:p xmlns:a="http://schemas.openxmlformats.org/drawingml/2006/main">
            <a:pPr>
              <a:buNone/>
            </a:pPr>
            <a:r>
              <a:t>Author and Date</a:t>
            </a:r>
          </a:p>
        </p:txBody>
      </p:sp>
      <p:sp>
        <p:nvSpPr>
          <p:cNvPr id="24" name="Body Level One…">
            <a:extLst xmlns:a="http://schemas.openxmlformats.org/drawingml/2006/main">
              <a:ext uri="{FF2B5EF4-FFF2-40B4-BE49-F238E27FC236}">
                <a16:creationId xmlns:a16="http://schemas.microsoft.com/office/drawing/2014/main" id="{DE826463-5479-4DDA-8A06-699CD97433E9}"/>
              </a:ext>
            </a:extLst>
          </p:cNvPr>
          <p:cNvSpPr>
            <a:spLocks xmlns:a="http://schemas.openxmlformats.org/drawingml/2006/main" noGrp="1"/>
          </p:cNvSpPr>
          <p:nvPr>
            <p:ph type="body" idx="1" hasCustomPrompt="1"/>
          </p:nvPr>
        </p:nvSpPr>
        <p:spPr>
          <a:xfrm xmlns:a="http://schemas.openxmlformats.org/drawingml/2006/main">
            <a:off x="1206500" y="11609910"/>
            <a:ext cx="21971000" cy="111695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 xmlns:a="http://schemas.openxmlformats.org/drawingml/2006/main">
            <a:pPr>
              <a:buNone/>
            </a:pPr>
            <a:r>
              <a:t>Presentation Subtitle</a:t>
            </a:r>
          </a:p>
          <a:p xmlns:a="http://schemas.openxmlformats.org/drawingml/2006/main">
            <a:pPr lvl="1">
              <a:buNone/>
            </a:pPr>
            <a:r>
              <a:t/>
            </a:r>
          </a:p>
          <a:p xmlns:a="http://schemas.openxmlformats.org/drawingml/2006/main">
            <a:pPr lvl="2">
              <a:buNone/>
            </a:pPr>
            <a:r>
              <a:t/>
            </a:r>
          </a:p>
          <a:p xmlns:a="http://schemas.openxmlformats.org/drawingml/2006/main">
            <a:pPr lvl="3">
              <a:buNone/>
            </a:pPr>
            <a:r>
              <a:t/>
            </a:r>
          </a:p>
          <a:p xmlns:a="http://schemas.openxmlformats.org/drawingml/2006/main">
            <a:pPr lvl="4">
              <a:buNone/>
            </a:pPr>
            <a:r>
              <a:t/>
            </a:r>
          </a:p>
        </p:txBody>
      </p:sp>
      <p:sp>
        <p:nvSpPr>
          <p:cNvPr id="25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5504D309-5A90-4DB9-8177-5EC4006A218B}"/>
              </a:ext>
            </a:extLst>
          </p:cNvPr>
          <p:cNvSpPr>
            <a:spLocks xmlns:a="http://schemas.openxmlformats.org/drawingml/2006/main" noGrp="1"/>
          </p:cNvSpPr>
          <p:nvPr>
            <p:ph type="sldNum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</p:spTree>
  </p:cSld>
</p:sldLayout>
</file>

<file path=ppt/slideLayouts/slideLayout3.xml><?xml version="1.0" encoding="utf-8"?>
<p:sldLayout xmlns:p="http://schemas.openxmlformats.org/presentationml/2006/main" showMasterSp="1" showMasterPhAnim="1">
  <p:cSld name="Title &amp; Photo Al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Bowl with salmon cakes, salad, and hummus">
            <a:extLst xmlns:a="http://schemas.openxmlformats.org/drawingml/2006/main">
              <a:ext uri="{FF2B5EF4-FFF2-40B4-BE49-F238E27FC236}">
                <a16:creationId xmlns:a16="http://schemas.microsoft.com/office/drawing/2014/main" id="{99A83C8E-C745-4661-9F11-9C6C7E7F2B3C}"/>
              </a:ext>
            </a:extLst>
          </p:cNvPr>
          <p:cNvSpPr>
            <a:spLocks xmlns:a="http://schemas.openxmlformats.org/drawingml/2006/main" noGrp="1"/>
          </p:cNvSpPr>
          <p:nvPr>
            <p:ph type="pic" idx="21"/>
          </p:nvPr>
        </p:nvSpPr>
        <p:spPr>
          <a:xfrm xmlns:a="http://schemas.openxmlformats.org/drawingml/2006/main">
            <a:off x="10972800" y="-203200"/>
            <a:ext cx="12144837" cy="14135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39" tIns="45719" rIns="91439" bIns="45719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3" name="Slide Title">
            <a:extLst xmlns:a="http://schemas.openxmlformats.org/drawingml/2006/main">
              <a:ext uri="{FF2B5EF4-FFF2-40B4-BE49-F238E27FC236}">
                <a16:creationId xmlns:a16="http://schemas.microsoft.com/office/drawing/2014/main" id="{D1101CBE-9247-41BB-9AAB-3BA3C63FB97B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1206500" y="1270000"/>
            <a:ext cx="9779000" cy="588227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buNone/>
            </a:pPr>
            <a:r>
              <a:t>Slide Title</a:t>
            </a:r>
          </a:p>
        </p:txBody>
      </p:sp>
      <p:sp>
        <p:nvSpPr>
          <p:cNvPr id="34" name="Body Level One…">
            <a:extLst xmlns:a="http://schemas.openxmlformats.org/drawingml/2006/main">
              <a:ext uri="{FF2B5EF4-FFF2-40B4-BE49-F238E27FC236}">
                <a16:creationId xmlns:a16="http://schemas.microsoft.com/office/drawing/2014/main" id="{A3A606A6-C2E0-4742-AF11-9B5875B25570}"/>
              </a:ext>
            </a:extLst>
          </p:cNvPr>
          <p:cNvSpPr>
            <a:spLocks xmlns:a="http://schemas.openxmlformats.org/drawingml/2006/main" noGrp="1"/>
          </p:cNvSpPr>
          <p:nvPr>
            <p:ph type="body" idx="1" hasCustomPrompt="1"/>
          </p:nvPr>
        </p:nvSpPr>
        <p:spPr>
          <a:xfrm xmlns:a="http://schemas.openxmlformats.org/drawingml/2006/main">
            <a:off x="1206500" y="7060576"/>
            <a:ext cx="9779000" cy="538542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 xmlns:a="http://schemas.openxmlformats.org/drawingml/2006/main">
            <a:pPr>
              <a:buNone/>
            </a:pPr>
            <a:r>
              <a:t>Slide Subtitle</a:t>
            </a:r>
          </a:p>
          <a:p xmlns:a="http://schemas.openxmlformats.org/drawingml/2006/main">
            <a:pPr lvl="1">
              <a:buNone/>
            </a:pPr>
            <a:r>
              <a:t/>
            </a:r>
          </a:p>
          <a:p xmlns:a="http://schemas.openxmlformats.org/drawingml/2006/main">
            <a:pPr lvl="2">
              <a:buNone/>
            </a:pPr>
            <a:r>
              <a:t/>
            </a:r>
          </a:p>
          <a:p xmlns:a="http://schemas.openxmlformats.org/drawingml/2006/main">
            <a:pPr lvl="3">
              <a:buNone/>
            </a:pPr>
            <a:r>
              <a:t/>
            </a:r>
          </a:p>
          <a:p xmlns:a="http://schemas.openxmlformats.org/drawingml/2006/main">
            <a:pPr lvl="4">
              <a:buNone/>
            </a:pPr>
            <a:r>
              <a:t/>
            </a:r>
          </a:p>
        </p:txBody>
      </p:sp>
      <p:sp>
        <p:nvSpPr>
          <p:cNvPr id="35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01E74D3E-D0F4-421A-B89F-2E68C9FB7020}"/>
              </a:ext>
            </a:extLst>
          </p:cNvPr>
          <p:cNvSpPr>
            <a:spLocks xmlns:a="http://schemas.openxmlformats.org/drawingml/2006/main" noGrp="1"/>
          </p:cNvSpPr>
          <p:nvPr>
            <p:ph type="sldNum" idx="2"/>
          </p:nvPr>
        </p:nvSpPr>
        <p:spPr>
          <a:xfrm xmlns:a="http://schemas.openxmlformats.org/drawingml/2006/main">
            <a:off x="12001499" y="13085233"/>
            <a:ext cx="368505" cy="374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</p:spTree>
  </p:cSld>
</p:sldLayout>
</file>

<file path=ppt/slideLayouts/slideLayout4.xml><?xml version="1.0" encoding="utf-8"?>
<p:sldLayout xmlns:p="http://schemas.openxmlformats.org/presentationml/2006/main" showMasterSp="1" showMasterPhAnim="1">
  <p:cSld name="Title &amp; Bullet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Slide Title">
            <a:extLst xmlns:a="http://schemas.openxmlformats.org/drawingml/2006/main">
              <a:ext uri="{FF2B5EF4-FFF2-40B4-BE49-F238E27FC236}">
                <a16:creationId xmlns:a16="http://schemas.microsoft.com/office/drawing/2014/main" id="{015EE33F-1634-4EA9-93BD-A010FB5F3DC7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Slide Title</a:t>
            </a:r>
          </a:p>
        </p:txBody>
      </p:sp>
      <p:sp>
        <p:nvSpPr>
          <p:cNvPr id="43" name="Slide Subtitle">
            <a:extLst xmlns:a="http://schemas.openxmlformats.org/drawingml/2006/main">
              <a:ext uri="{FF2B5EF4-FFF2-40B4-BE49-F238E27FC236}">
                <a16:creationId xmlns:a16="http://schemas.microsoft.com/office/drawing/2014/main" id="{C28829E9-4C69-4A47-A6CD-A4F543B7E05C}"/>
              </a:ext>
            </a:extLst>
          </p:cNvPr>
          <p:cNvSpPr>
            <a:spLocks xmlns:a="http://schemas.openxmlformats.org/drawingml/2006/main" noGrp="1"/>
          </p:cNvSpPr>
          <p:nvPr>
            <p:ph type="body" idx="21" hasCustomPrompt="1"/>
          </p:nvPr>
        </p:nvSpPr>
        <p:spPr>
          <a:xfrm xmlns:a="http://schemas.openxmlformats.org/drawingml/2006/main">
            <a:off x="1206500" y="2372962"/>
            <a:ext cx="21971000" cy="9347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45719" tIns="45719" rIns="45719" bIns="45719"/>
          <a:lstStyle xmlns:a="http://schemas.openxmlformats.org/drawingml/2006/main"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</a:lstStyle>
          <a:p xmlns:a="http://schemas.openxmlformats.org/drawingml/2006/main">
            <a:pPr>
              <a:buNone/>
            </a:pPr>
            <a:r>
              <a:t>Slide Subtitle</a:t>
            </a:r>
          </a:p>
        </p:txBody>
      </p:sp>
      <p:sp>
        <p:nvSpPr>
          <p:cNvPr id="44" name="Body Level One…">
            <a:extLst xmlns:a="http://schemas.openxmlformats.org/drawingml/2006/main">
              <a:ext uri="{FF2B5EF4-FFF2-40B4-BE49-F238E27FC236}">
                <a16:creationId xmlns:a16="http://schemas.microsoft.com/office/drawing/2014/main" id="{1D83D601-C24B-44BA-8C4E-3B3CF7E52D3F}"/>
              </a:ext>
            </a:extLst>
          </p:cNvPr>
          <p:cNvSpPr>
            <a:spLocks xmlns:a="http://schemas.openxmlformats.org/drawingml/2006/main" noGrp="1"/>
          </p:cNvSpPr>
          <p:nvPr>
            <p:ph type="body" idx="1" hasCustomPrompt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Slide bullet text</a:t>
            </a:r>
          </a:p>
          <a:p xmlns:a="http://schemas.openxmlformats.org/drawingml/2006/main">
            <a:pPr lvl="1">
              <a:buNone/>
            </a:pPr>
            <a:r>
              <a:t/>
            </a:r>
          </a:p>
          <a:p xmlns:a="http://schemas.openxmlformats.org/drawingml/2006/main">
            <a:pPr lvl="2">
              <a:buNone/>
            </a:pPr>
            <a:r>
              <a:t/>
            </a:r>
          </a:p>
          <a:p xmlns:a="http://schemas.openxmlformats.org/drawingml/2006/main">
            <a:pPr lvl="3">
              <a:buNone/>
            </a:pPr>
            <a:r>
              <a:t/>
            </a:r>
          </a:p>
          <a:p xmlns:a="http://schemas.openxmlformats.org/drawingml/2006/main">
            <a:pPr lvl="4">
              <a:buNone/>
            </a:pPr>
            <a:r>
              <a:t/>
            </a:r>
          </a:p>
        </p:txBody>
      </p:sp>
      <p:sp>
        <p:nvSpPr>
          <p:cNvPr id="45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F9C56BD0-CC10-408C-99BD-B7C3D6365DD3}"/>
              </a:ext>
            </a:extLst>
          </p:cNvPr>
          <p:cNvSpPr>
            <a:spLocks xmlns:a="http://schemas.openxmlformats.org/drawingml/2006/main" noGrp="1"/>
          </p:cNvSpPr>
          <p:nvPr>
            <p:ph type="sldNum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</p:spTree>
  </p:cSld>
</p:sldLayout>
</file>

<file path=ppt/slideLayouts/slideLayout5.xml><?xml version="1.0" encoding="utf-8"?>
<p:sldLayout xmlns:p="http://schemas.openxmlformats.org/presentationml/2006/main" showMasterSp="1" showMasterPhAnim="1">
  <p:cSld name="Bullet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2" name="Body Level One…">
            <a:extLst xmlns:a="http://schemas.openxmlformats.org/drawingml/2006/main">
              <a:ext uri="{FF2B5EF4-FFF2-40B4-BE49-F238E27FC236}">
                <a16:creationId xmlns:a16="http://schemas.microsoft.com/office/drawing/2014/main" id="{768BF971-F89B-48BF-8E2E-10A1D655C9F2}"/>
              </a:ext>
            </a:extLst>
          </p:cNvPr>
          <p:cNvSpPr>
            <a:spLocks xmlns:a="http://schemas.openxmlformats.org/drawingml/2006/main" noGrp="1"/>
          </p:cNvSpPr>
          <p:nvPr>
            <p:ph type="body" idx="1" hasCustomPrompt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Slide bullet text</a:t>
            </a:r>
          </a:p>
          <a:p xmlns:a="http://schemas.openxmlformats.org/drawingml/2006/main">
            <a:pPr lvl="1">
              <a:buNone/>
            </a:pPr>
            <a:r>
              <a:t/>
            </a:r>
          </a:p>
          <a:p xmlns:a="http://schemas.openxmlformats.org/drawingml/2006/main">
            <a:pPr lvl="2">
              <a:buNone/>
            </a:pPr>
            <a:r>
              <a:t/>
            </a:r>
          </a:p>
          <a:p xmlns:a="http://schemas.openxmlformats.org/drawingml/2006/main">
            <a:pPr lvl="3">
              <a:buNone/>
            </a:pPr>
            <a:r>
              <a:t/>
            </a:r>
          </a:p>
          <a:p xmlns:a="http://schemas.openxmlformats.org/drawingml/2006/main">
            <a:pPr lvl="4">
              <a:buNone/>
            </a:pPr>
            <a:r>
              <a:t/>
            </a:r>
          </a:p>
        </p:txBody>
      </p:sp>
      <p:sp>
        <p:nvSpPr>
          <p:cNvPr id="53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C41C82EE-C315-4838-9588-54A5892C0A15}"/>
              </a:ext>
            </a:extLst>
          </p:cNvPr>
          <p:cNvSpPr>
            <a:spLocks xmlns:a="http://schemas.openxmlformats.org/drawingml/2006/main" noGrp="1"/>
          </p:cNvSpPr>
          <p:nvPr>
            <p:ph type="sldNum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</p:spTree>
  </p:cSld>
</p:sldLayout>
</file>

<file path=ppt/slideLayouts/slideLayout6.xml><?xml version="1.0" encoding="utf-8"?>
<p:sldLayout xmlns:p="http://schemas.openxmlformats.org/presentationml/2006/main" showMasterSp="1" showMasterPhAnim="1">
  <p:cSld name="Title, Bullets &amp; Photo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0" name="Slide Subtitle">
            <a:extLst xmlns:a="http://schemas.openxmlformats.org/drawingml/2006/main">
              <a:ext uri="{FF2B5EF4-FFF2-40B4-BE49-F238E27FC236}">
                <a16:creationId xmlns:a16="http://schemas.microsoft.com/office/drawing/2014/main" id="{53057F71-26A7-4BDD-9F21-045505B5CED9}"/>
              </a:ext>
            </a:extLst>
          </p:cNvPr>
          <p:cNvSpPr>
            <a:spLocks xmlns:a="http://schemas.openxmlformats.org/drawingml/2006/main" noGrp="1"/>
          </p:cNvSpPr>
          <p:nvPr>
            <p:ph type="body" idx="21" hasCustomPrompt="1"/>
          </p:nvPr>
        </p:nvSpPr>
        <p:spPr>
          <a:xfrm xmlns:a="http://schemas.openxmlformats.org/drawingml/2006/main">
            <a:off x="1206500" y="2372962"/>
            <a:ext cx="9779000" cy="9347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45719" tIns="45719" rIns="45719" bIns="45719"/>
          <a:lstStyle xmlns:a="http://schemas.openxmlformats.org/drawingml/2006/main"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</a:lstStyle>
          <a:p xmlns:a="http://schemas.openxmlformats.org/drawingml/2006/main">
            <a:pPr>
              <a:buNone/>
            </a:pPr>
            <a:r>
              <a:t>Slide Subtitle</a:t>
            </a:r>
          </a:p>
        </p:txBody>
      </p:sp>
      <p:sp>
        <p:nvSpPr>
          <p:cNvPr id="61" name="Body Level One…">
            <a:extLst xmlns:a="http://schemas.openxmlformats.org/drawingml/2006/main">
              <a:ext uri="{FF2B5EF4-FFF2-40B4-BE49-F238E27FC236}">
                <a16:creationId xmlns:a16="http://schemas.microsoft.com/office/drawing/2014/main" id="{A0421990-55BD-48FC-A341-2A860EFC0F4F}"/>
              </a:ext>
            </a:extLst>
          </p:cNvPr>
          <p:cNvSpPr>
            <a:spLocks xmlns:a="http://schemas.openxmlformats.org/drawingml/2006/main" noGrp="1"/>
          </p:cNvSpPr>
          <p:nvPr>
            <p:ph type="body" idx="1" hasCustomPrompt="1"/>
          </p:nvPr>
        </p:nvSpPr>
        <p:spPr>
          <a:xfrm xmlns:a="http://schemas.openxmlformats.org/drawingml/2006/main">
            <a:off x="1206500" y="4248504"/>
            <a:ext cx="9779000" cy="82566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Slide bullet text</a:t>
            </a:r>
          </a:p>
          <a:p xmlns:a="http://schemas.openxmlformats.org/drawingml/2006/main">
            <a:pPr lvl="1">
              <a:buNone/>
            </a:pPr>
            <a:r>
              <a:t/>
            </a:r>
          </a:p>
          <a:p xmlns:a="http://schemas.openxmlformats.org/drawingml/2006/main">
            <a:pPr lvl="2">
              <a:buNone/>
            </a:pPr>
            <a:r>
              <a:t/>
            </a:r>
          </a:p>
          <a:p xmlns:a="http://schemas.openxmlformats.org/drawingml/2006/main">
            <a:pPr lvl="3">
              <a:buNone/>
            </a:pPr>
            <a:r>
              <a:t/>
            </a:r>
          </a:p>
          <a:p xmlns:a="http://schemas.openxmlformats.org/drawingml/2006/main">
            <a:pPr lvl="4">
              <a:buNone/>
            </a:pPr>
            <a:r>
              <a:t/>
            </a:r>
          </a:p>
        </p:txBody>
      </p:sp>
      <p:sp>
        <p:nvSpPr>
          <p:cNvPr id="62" name="Bowl of pappardelle pasta with parsley butter, roasted hazelnuts, and shaved parmesan cheese">
            <a:extLst xmlns:a="http://schemas.openxmlformats.org/drawingml/2006/main">
              <a:ext uri="{FF2B5EF4-FFF2-40B4-BE49-F238E27FC236}">
                <a16:creationId xmlns:a16="http://schemas.microsoft.com/office/drawing/2014/main" id="{11C34CAD-1154-4C98-81BD-D90907F8C6C6}"/>
              </a:ext>
            </a:extLst>
          </p:cNvPr>
          <p:cNvSpPr>
            <a:spLocks xmlns:a="http://schemas.openxmlformats.org/drawingml/2006/main" noGrp="1"/>
          </p:cNvSpPr>
          <p:nvPr>
            <p:ph type="pic" idx="22"/>
          </p:nvPr>
        </p:nvSpPr>
        <p:spPr>
          <a:xfrm xmlns:a="http://schemas.openxmlformats.org/drawingml/2006/main">
            <a:off x="12192000" y="-407266"/>
            <a:ext cx="10916874" cy="145558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39" tIns="45719" rIns="91439" bIns="45719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63" name="Slide Title">
            <a:extLst xmlns:a="http://schemas.openxmlformats.org/drawingml/2006/main">
              <a:ext uri="{FF2B5EF4-FFF2-40B4-BE49-F238E27FC236}">
                <a16:creationId xmlns:a16="http://schemas.microsoft.com/office/drawing/2014/main" id="{7DEC39FC-2918-460A-8348-4BA47E2147F3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1206500" y="1079500"/>
            <a:ext cx="9779000" cy="1435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Slide Title</a:t>
            </a:r>
          </a:p>
        </p:txBody>
      </p:sp>
      <p:sp>
        <p:nvSpPr>
          <p:cNvPr id="64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230EBFA2-D1C0-411F-A030-8AE2F293F591}"/>
              </a:ext>
            </a:extLst>
          </p:cNvPr>
          <p:cNvSpPr>
            <a:spLocks xmlns:a="http://schemas.openxmlformats.org/drawingml/2006/main" noGrp="1"/>
          </p:cNvSpPr>
          <p:nvPr>
            <p:ph type="sldNum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</p:spTree>
  </p:cSld>
</p:sldLayout>
</file>

<file path=ppt/slideLayouts/slideLayout7.xml><?xml version="1.0" encoding="utf-8"?>
<p:sldLayout xmlns:p="http://schemas.openxmlformats.org/presentationml/2006/main" showMasterSp="1" showMasterPhAnim="1">
  <p:cSld name="Title, Bullets &amp; Live Video Small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1" name="Slide Subtitle">
            <a:extLst xmlns:a="http://schemas.openxmlformats.org/drawingml/2006/main">
              <a:ext uri="{FF2B5EF4-FFF2-40B4-BE49-F238E27FC236}">
                <a16:creationId xmlns:a16="http://schemas.microsoft.com/office/drawing/2014/main" id="{0A4B4D2B-2615-45C9-9CC3-42A109A75037}"/>
              </a:ext>
            </a:extLst>
          </p:cNvPr>
          <p:cNvSpPr>
            <a:spLocks xmlns:a="http://schemas.openxmlformats.org/drawingml/2006/main" noGrp="1"/>
          </p:cNvSpPr>
          <p:nvPr>
            <p:ph type="body" idx="21" hasCustomPrompt="1"/>
          </p:nvPr>
        </p:nvSpPr>
        <p:spPr>
          <a:xfrm xmlns:a="http://schemas.openxmlformats.org/drawingml/2006/main">
            <a:off x="1206500" y="2372962"/>
            <a:ext cx="9779000" cy="9347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45719" tIns="45719" rIns="45719" bIns="45719"/>
          <a:lstStyle xmlns:a="http://schemas.openxmlformats.org/drawingml/2006/main"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</a:lstStyle>
          <a:p xmlns:a="http://schemas.openxmlformats.org/drawingml/2006/main">
            <a:pPr>
              <a:buNone/>
            </a:pPr>
            <a:r>
              <a:t>Slide Subtitle</a:t>
            </a:r>
          </a:p>
        </p:txBody>
      </p:sp>
      <p:sp>
        <p:nvSpPr>
          <p:cNvPr id="72" name="Body Level One…">
            <a:extLst xmlns:a="http://schemas.openxmlformats.org/drawingml/2006/main">
              <a:ext uri="{FF2B5EF4-FFF2-40B4-BE49-F238E27FC236}">
                <a16:creationId xmlns:a16="http://schemas.microsoft.com/office/drawing/2014/main" id="{76791F41-E0BD-4D8A-843C-0DAE3217725A}"/>
              </a:ext>
            </a:extLst>
          </p:cNvPr>
          <p:cNvSpPr>
            <a:spLocks xmlns:a="http://schemas.openxmlformats.org/drawingml/2006/main" noGrp="1"/>
          </p:cNvSpPr>
          <p:nvPr>
            <p:ph type="body" idx="1" hasCustomPrompt="1"/>
          </p:nvPr>
        </p:nvSpPr>
        <p:spPr>
          <a:xfrm xmlns:a="http://schemas.openxmlformats.org/drawingml/2006/main">
            <a:off x="1206500" y="4248504"/>
            <a:ext cx="9779000" cy="82566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Slide bullet text</a:t>
            </a:r>
          </a:p>
          <a:p xmlns:a="http://schemas.openxmlformats.org/drawingml/2006/main">
            <a:pPr lvl="1">
              <a:buNone/>
            </a:pPr>
            <a:r>
              <a:t/>
            </a:r>
          </a:p>
          <a:p xmlns:a="http://schemas.openxmlformats.org/drawingml/2006/main">
            <a:pPr lvl="2">
              <a:buNone/>
            </a:pPr>
            <a:r>
              <a:t/>
            </a:r>
          </a:p>
          <a:p xmlns:a="http://schemas.openxmlformats.org/drawingml/2006/main">
            <a:pPr lvl="3">
              <a:buNone/>
            </a:pPr>
            <a:r>
              <a:t/>
            </a:r>
          </a:p>
          <a:p xmlns:a="http://schemas.openxmlformats.org/drawingml/2006/main">
            <a:pPr lvl="4">
              <a:buNone/>
            </a:pPr>
            <a:r>
              <a:t/>
            </a:r>
          </a:p>
        </p:txBody>
      </p:sp>
      <p:sp>
        <p:nvSpPr>
          <p:cNvPr id="73" name="Slide Title">
            <a:extLst xmlns:a="http://schemas.openxmlformats.org/drawingml/2006/main">
              <a:ext uri="{FF2B5EF4-FFF2-40B4-BE49-F238E27FC236}">
                <a16:creationId xmlns:a16="http://schemas.microsoft.com/office/drawing/2014/main" id="{F6788AF9-2C54-47B0-9659-70EEF091B85B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1206500" y="1079500"/>
            <a:ext cx="9779000" cy="1435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Slide Title</a:t>
            </a:r>
          </a:p>
        </p:txBody>
      </p:sp>
      <p:sp>
        <p:nvSpPr>
          <p:cNvPr id="74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87B8D46B-5FB8-4D14-AC9B-4FBF30485FF8}"/>
              </a:ext>
            </a:extLst>
          </p:cNvPr>
          <p:cNvSpPr>
            <a:spLocks xmlns:a="http://schemas.openxmlformats.org/drawingml/2006/main" noGrp="1"/>
          </p:cNvSpPr>
          <p:nvPr>
            <p:ph type="sldNum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</p:spTree>
  </p:cSld>
</p:sldLayout>
</file>

<file path=ppt/slideLayouts/slideLayout8.xml><?xml version="1.0" encoding="utf-8"?>
<p:sldLayout xmlns:p="http://schemas.openxmlformats.org/presentationml/2006/main" showMasterSp="1" showMasterPhAnim="1">
  <p:cSld name="Title, Bullets &amp; Live Video Larg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1" name="Slide Subtitle">
            <a:extLst xmlns:a="http://schemas.openxmlformats.org/drawingml/2006/main">
              <a:ext uri="{FF2B5EF4-FFF2-40B4-BE49-F238E27FC236}">
                <a16:creationId xmlns:a16="http://schemas.microsoft.com/office/drawing/2014/main" id="{E8E39F0D-F49E-4E3F-8FC3-20EBF08D6582}"/>
              </a:ext>
            </a:extLst>
          </p:cNvPr>
          <p:cNvSpPr>
            <a:spLocks xmlns:a="http://schemas.openxmlformats.org/drawingml/2006/main" noGrp="1"/>
          </p:cNvSpPr>
          <p:nvPr>
            <p:ph type="body" idx="21" hasCustomPrompt="1"/>
          </p:nvPr>
        </p:nvSpPr>
        <p:spPr>
          <a:xfrm xmlns:a="http://schemas.openxmlformats.org/drawingml/2006/main">
            <a:off x="1206500" y="2372962"/>
            <a:ext cx="9779000" cy="9347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45719" tIns="45719" rIns="45719" bIns="45719"/>
          <a:lstStyle xmlns:a="http://schemas.openxmlformats.org/drawingml/2006/main"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</a:lstStyle>
          <a:p xmlns:a="http://schemas.openxmlformats.org/drawingml/2006/main">
            <a:pPr>
              <a:buNone/>
            </a:pPr>
            <a:r>
              <a:t>Slide Subtitle</a:t>
            </a:r>
          </a:p>
        </p:txBody>
      </p:sp>
      <p:sp>
        <p:nvSpPr>
          <p:cNvPr id="82" name="Body Level One…">
            <a:extLst xmlns:a="http://schemas.openxmlformats.org/drawingml/2006/main">
              <a:ext uri="{FF2B5EF4-FFF2-40B4-BE49-F238E27FC236}">
                <a16:creationId xmlns:a16="http://schemas.microsoft.com/office/drawing/2014/main" id="{624672E7-0774-4A3D-B2F8-D6AF67319A65}"/>
              </a:ext>
            </a:extLst>
          </p:cNvPr>
          <p:cNvSpPr>
            <a:spLocks xmlns:a="http://schemas.openxmlformats.org/drawingml/2006/main" noGrp="1"/>
          </p:cNvSpPr>
          <p:nvPr>
            <p:ph type="body" idx="1" hasCustomPrompt="1"/>
          </p:nvPr>
        </p:nvSpPr>
        <p:spPr>
          <a:xfrm xmlns:a="http://schemas.openxmlformats.org/drawingml/2006/main">
            <a:off x="1206500" y="4248504"/>
            <a:ext cx="9779000" cy="82566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Slide bullet text</a:t>
            </a:r>
          </a:p>
          <a:p xmlns:a="http://schemas.openxmlformats.org/drawingml/2006/main">
            <a:pPr lvl="1">
              <a:buNone/>
            </a:pPr>
            <a:r>
              <a:t/>
            </a:r>
          </a:p>
          <a:p xmlns:a="http://schemas.openxmlformats.org/drawingml/2006/main">
            <a:pPr lvl="2">
              <a:buNone/>
            </a:pPr>
            <a:r>
              <a:t/>
            </a:r>
          </a:p>
          <a:p xmlns:a="http://schemas.openxmlformats.org/drawingml/2006/main">
            <a:pPr lvl="3">
              <a:buNone/>
            </a:pPr>
            <a:r>
              <a:t/>
            </a:r>
          </a:p>
          <a:p xmlns:a="http://schemas.openxmlformats.org/drawingml/2006/main">
            <a:pPr lvl="4">
              <a:buNone/>
            </a:pPr>
            <a:r>
              <a:t/>
            </a:r>
          </a:p>
        </p:txBody>
      </p:sp>
      <p:sp>
        <p:nvSpPr>
          <p:cNvPr id="83" name="Slide Title">
            <a:extLst xmlns:a="http://schemas.openxmlformats.org/drawingml/2006/main">
              <a:ext uri="{FF2B5EF4-FFF2-40B4-BE49-F238E27FC236}">
                <a16:creationId xmlns:a16="http://schemas.microsoft.com/office/drawing/2014/main" id="{F97E6F54-61B9-480A-A91D-A09A55276D2D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1206500" y="1079500"/>
            <a:ext cx="9779000" cy="1435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Slide Title</a:t>
            </a:r>
          </a:p>
        </p:txBody>
      </p:sp>
      <p:sp>
        <p:nvSpPr>
          <p:cNvPr id="84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2A207ACC-B544-4CF1-B4F3-B9E901284B37}"/>
              </a:ext>
            </a:extLst>
          </p:cNvPr>
          <p:cNvSpPr>
            <a:spLocks xmlns:a="http://schemas.openxmlformats.org/drawingml/2006/main" noGrp="1"/>
          </p:cNvSpPr>
          <p:nvPr>
            <p:ph type="sldNum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</p:spTree>
  </p:cSld>
</p:sldLayout>
</file>

<file path=ppt/slideLayouts/slideLayout9.xml><?xml version="1.0" encoding="utf-8"?>
<p:sldLayout xmlns:p="http://schemas.openxmlformats.org/presentationml/2006/main" showMasterSp="1" showMasterPhAnim="1">
  <p:cSld name="Sec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1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FA7026D2-86C5-4DA1-AFE8-26EEC4530CC0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1206496" y="4533900"/>
            <a:ext cx="21971004" cy="464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 sz="11600" b="0" spc="-232">
                <a:latin typeface="Helvetica Neue Medium"/>
                <a:ea typeface="Helvetica Neue Medium"/>
                <a:cs typeface="Helvetica Neue Medium"/>
              </a:defRPr>
            </a:lvl1pPr>
          </a:lstStyle>
          <a:p xmlns:a="http://schemas.openxmlformats.org/drawingml/2006/main">
            <a:pPr>
              <a:buNone/>
            </a:pPr>
            <a:r>
              <a:t>Section Title</a:t>
            </a:r>
          </a:p>
        </p:txBody>
      </p:sp>
      <p:sp>
        <p:nvSpPr>
          <p:cNvPr id="92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26E06CCB-8D14-476A-AD11-F28D659C9EC4}"/>
              </a:ext>
            </a:extLst>
          </p:cNvPr>
          <p:cNvSpPr>
            <a:spLocks xmlns:a="http://schemas.openxmlformats.org/drawingml/2006/main" noGrp="1"/>
          </p:cNvSpPr>
          <p:nvPr>
            <p:ph type="sldNum" idx="2"/>
          </p:nvPr>
        </p:nvSpPr>
        <p:spPr>
          <a:xfrm xmlns:a="http://schemas.openxmlformats.org/drawingml/2006/main">
            <a:off x="12001499" y="13085233"/>
            <a:ext cx="368505" cy="374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</p:spTree>
  </p:cSld>
</p:sldLayout>
</file>

<file path=ppt/slideLayouts/slideLayout10.xml><?xml version="1.0" encoding="utf-8"?>
<p:sldLayout xmlns:p="http://schemas.openxmlformats.org/presentationml/2006/main" showMasterSp="1" showMasterPhAnim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9" name="Slide Title">
            <a:extLst xmlns:a="http://schemas.openxmlformats.org/drawingml/2006/main">
              <a:ext uri="{FF2B5EF4-FFF2-40B4-BE49-F238E27FC236}">
                <a16:creationId xmlns:a16="http://schemas.microsoft.com/office/drawing/2014/main" id="{76B2D585-8334-43B5-B2D2-82DBAFC9F93D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1206500" y="1079500"/>
            <a:ext cx="21971000" cy="143494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Slide Title</a:t>
            </a:r>
          </a:p>
        </p:txBody>
      </p:sp>
      <p:sp>
        <p:nvSpPr>
          <p:cNvPr id="100" name="Slide Subtitle">
            <a:extLst xmlns:a="http://schemas.openxmlformats.org/drawingml/2006/main">
              <a:ext uri="{FF2B5EF4-FFF2-40B4-BE49-F238E27FC236}">
                <a16:creationId xmlns:a16="http://schemas.microsoft.com/office/drawing/2014/main" id="{8FCD8373-9181-4148-BB0B-844905CA6BE2}"/>
              </a:ext>
            </a:extLst>
          </p:cNvPr>
          <p:cNvSpPr>
            <a:spLocks xmlns:a="http://schemas.openxmlformats.org/drawingml/2006/main" noGrp="1"/>
          </p:cNvSpPr>
          <p:nvPr>
            <p:ph type="body" idx="21" hasCustomPrompt="1"/>
          </p:nvPr>
        </p:nvSpPr>
        <p:spPr>
          <a:xfrm xmlns:a="http://schemas.openxmlformats.org/drawingml/2006/main">
            <a:off x="1206500" y="2372962"/>
            <a:ext cx="21971000" cy="9347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45719" tIns="45719" rIns="45719" bIns="45719"/>
          <a:lstStyle xmlns:a="http://schemas.openxmlformats.org/drawingml/2006/main"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</a:lstStyle>
          <a:p xmlns:a="http://schemas.openxmlformats.org/drawingml/2006/main">
            <a:pPr>
              <a:buNone/>
            </a:pPr>
            <a:r>
              <a:t>Slide Subtitle</a:t>
            </a:r>
          </a:p>
        </p:txBody>
      </p:sp>
      <p:sp>
        <p:nvSpPr>
          <p:cNvPr id="101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0302EFEC-869F-4ECC-A247-B752599A842A}"/>
              </a:ext>
            </a:extLst>
          </p:cNvPr>
          <p:cNvSpPr>
            <a:spLocks xmlns:a="http://schemas.openxmlformats.org/drawingml/2006/main" noGrp="1"/>
          </p:cNvSpPr>
          <p:nvPr>
            <p:ph type="sldNum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</p:spTree>
  </p:cSld>
</p:sldLayout>
</file>

<file path=ppt/slideLayouts/slideLayout11.xml><?xml version="1.0" encoding="utf-8"?>
<p:sldLayout xmlns:p="http://schemas.openxmlformats.org/presentationml/2006/main" showMasterSp="1" showMasterPhAnim="1">
  <p:cSld name="Agenda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8" name="Agenda Title">
            <a:extLst xmlns:a="http://schemas.openxmlformats.org/drawingml/2006/main">
              <a:ext uri="{FF2B5EF4-FFF2-40B4-BE49-F238E27FC236}">
                <a16:creationId xmlns:a16="http://schemas.microsoft.com/office/drawing/2014/main" id="{5AE7A322-A7B6-4620-9FAD-32AE1FBFFE3F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1206500" y="1079500"/>
            <a:ext cx="21971000" cy="1435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Agenda Title</a:t>
            </a:r>
          </a:p>
        </p:txBody>
      </p:sp>
      <p:sp>
        <p:nvSpPr>
          <p:cNvPr id="109" name="Agenda Subtitle">
            <a:extLst xmlns:a="http://schemas.openxmlformats.org/drawingml/2006/main">
              <a:ext uri="{FF2B5EF4-FFF2-40B4-BE49-F238E27FC236}">
                <a16:creationId xmlns:a16="http://schemas.microsoft.com/office/drawing/2014/main" id="{C4B7BA23-D5E1-4ABD-87F1-3E8125228D24}"/>
              </a:ext>
            </a:extLst>
          </p:cNvPr>
          <p:cNvSpPr>
            <a:spLocks xmlns:a="http://schemas.openxmlformats.org/drawingml/2006/main" noGrp="1"/>
          </p:cNvSpPr>
          <p:nvPr>
            <p:ph type="body" idx="21" hasCustomPrompt="1"/>
          </p:nvPr>
        </p:nvSpPr>
        <p:spPr>
          <a:xfrm xmlns:a="http://schemas.openxmlformats.org/drawingml/2006/main">
            <a:off x="1206500" y="2372962"/>
            <a:ext cx="21971000" cy="9347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45719" tIns="45719" rIns="45719" bIns="45719"/>
          <a:lstStyle xmlns:a="http://schemas.openxmlformats.org/drawingml/2006/main"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</a:lstStyle>
          <a:p xmlns:a="http://schemas.openxmlformats.org/drawingml/2006/main">
            <a:pPr>
              <a:buNone/>
            </a:pPr>
            <a:r>
              <a:t>Agenda Subtitle</a:t>
            </a:r>
          </a:p>
        </p:txBody>
      </p:sp>
      <p:sp>
        <p:nvSpPr>
          <p:cNvPr id="110" name="Body Level One…">
            <a:extLst xmlns:a="http://schemas.openxmlformats.org/drawingml/2006/main">
              <a:ext uri="{FF2B5EF4-FFF2-40B4-BE49-F238E27FC236}">
                <a16:creationId xmlns:a16="http://schemas.microsoft.com/office/drawing/2014/main" id="{D2506217-77E5-401A-BFDA-6B5411792A53}"/>
              </a:ext>
            </a:extLst>
          </p:cNvPr>
          <p:cNvSpPr>
            <a:spLocks xmlns:a="http://schemas.openxmlformats.org/drawingml/2006/main" noGrp="1"/>
          </p:cNvSpPr>
          <p:nvPr>
            <p:ph type="body" idx="1" hasCustomPrompt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 defTabSz="825500">
              <a:lnSpc>
                <a:spcPct val="100000"/>
              </a:lnSpc>
              <a:spcBef>
                <a:spcPts val="1800"/>
              </a:spcBef>
              <a:buSzTx/>
              <a:buNone/>
              <a:defRPr sz="5500" spc="-55"/>
            </a:lvl1pPr>
            <a:lvl2pPr marL="0" indent="4572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z="5500" spc="-55"/>
            </a:lvl2pPr>
            <a:lvl3pPr marL="0" indent="9144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z="5500" spc="-55"/>
            </a:lvl3pPr>
            <a:lvl4pPr marL="0" indent="13716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z="5500" spc="-55"/>
            </a:lvl4pPr>
            <a:lvl5pPr marL="0" indent="18288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z="5500" spc="-55"/>
            </a:lvl5pPr>
          </a:lstStyle>
          <a:p xmlns:a="http://schemas.openxmlformats.org/drawingml/2006/main">
            <a:pPr>
              <a:buNone/>
            </a:pPr>
            <a:r>
              <a:t>Agenda Topics</a:t>
            </a:r>
          </a:p>
          <a:p xmlns:a="http://schemas.openxmlformats.org/drawingml/2006/main">
            <a:pPr lvl="1">
              <a:buNone/>
            </a:pPr>
            <a:r>
              <a:t/>
            </a:r>
          </a:p>
          <a:p xmlns:a="http://schemas.openxmlformats.org/drawingml/2006/main">
            <a:pPr lvl="2">
              <a:buNone/>
            </a:pPr>
            <a:r>
              <a:t/>
            </a:r>
          </a:p>
          <a:p xmlns:a="http://schemas.openxmlformats.org/drawingml/2006/main">
            <a:pPr lvl="3">
              <a:buNone/>
            </a:pPr>
            <a:r>
              <a:t/>
            </a:r>
          </a:p>
          <a:p xmlns:a="http://schemas.openxmlformats.org/drawingml/2006/main">
            <a:pPr lvl="4">
              <a:buNone/>
            </a:pPr>
            <a:r>
              <a:t/>
            </a:r>
          </a:p>
        </p:txBody>
      </p:sp>
      <p:sp>
        <p:nvSpPr>
          <p:cNvPr id="111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7C80279C-B6B4-4BA9-8321-D278F8777CD5}"/>
              </a:ext>
            </a:extLst>
          </p:cNvPr>
          <p:cNvSpPr>
            <a:spLocks xmlns:a="http://schemas.openxmlformats.org/drawingml/2006/main" noGrp="1"/>
          </p:cNvSpPr>
          <p:nvPr>
            <p:ph type="sldNum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</p:spTree>
  </p:cSld>
</p:sldLayout>
</file>

<file path=ppt/slideLayouts/slideLayout12.xml><?xml version="1.0" encoding="utf-8"?>
<p:sldLayout xmlns:p="http://schemas.openxmlformats.org/presentationml/2006/main" showMasterSp="1" showMasterPhAnim="1">
  <p:cSld name="Statem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8" name="Body Level One…">
            <a:extLst xmlns:a="http://schemas.openxmlformats.org/drawingml/2006/main">
              <a:ext uri="{FF2B5EF4-FFF2-40B4-BE49-F238E27FC236}">
                <a16:creationId xmlns:a16="http://schemas.microsoft.com/office/drawing/2014/main" id="{B62B4435-5D5C-43EE-82CD-955792A602A8}"/>
              </a:ext>
            </a:extLst>
          </p:cNvPr>
          <p:cNvSpPr>
            <a:spLocks xmlns:a="http://schemas.openxmlformats.org/drawingml/2006/main" noGrp="1"/>
          </p:cNvSpPr>
          <p:nvPr>
            <p:ph type="body" idx="1" hasCustomPrompt="1"/>
          </p:nvPr>
        </p:nvSpPr>
        <p:spPr>
          <a:xfrm xmlns:a="http://schemas.openxmlformats.org/drawingml/2006/main">
            <a:off x="1206500" y="4920843"/>
            <a:ext cx="21971000" cy="38743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latin typeface="Helvetica Neue Medium"/>
                <a:ea typeface="Helvetica Neue Medium"/>
                <a:cs typeface="Helvetica Neue Medium"/>
              </a:defRPr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latin typeface="Helvetica Neue Medium"/>
                <a:ea typeface="Helvetica Neue Medium"/>
                <a:cs typeface="Helvetica Neue Medium"/>
              </a:defRPr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latin typeface="Helvetica Neue Medium"/>
                <a:ea typeface="Helvetica Neue Medium"/>
                <a:cs typeface="Helvetica Neue Medium"/>
              </a:defRPr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latin typeface="Helvetica Neue Medium"/>
                <a:ea typeface="Helvetica Neue Medium"/>
                <a:cs typeface="Helvetica Neue Medium"/>
              </a:defRPr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latin typeface="Helvetica Neue Medium"/>
                <a:ea typeface="Helvetica Neue Medium"/>
                <a:cs typeface="Helvetica Neue Medium"/>
              </a:defRPr>
            </a:lvl5pPr>
          </a:lstStyle>
          <a:p xmlns:a="http://schemas.openxmlformats.org/drawingml/2006/main">
            <a:pPr>
              <a:buNone/>
            </a:pPr>
            <a:r>
              <a:t>Statement</a:t>
            </a:r>
          </a:p>
          <a:p xmlns:a="http://schemas.openxmlformats.org/drawingml/2006/main">
            <a:pPr lvl="1">
              <a:buNone/>
            </a:pPr>
            <a:r>
              <a:t/>
            </a:r>
          </a:p>
          <a:p xmlns:a="http://schemas.openxmlformats.org/drawingml/2006/main">
            <a:pPr lvl="2">
              <a:buNone/>
            </a:pPr>
            <a:r>
              <a:t/>
            </a:r>
          </a:p>
          <a:p xmlns:a="http://schemas.openxmlformats.org/drawingml/2006/main">
            <a:pPr lvl="3">
              <a:buNone/>
            </a:pPr>
            <a:r>
              <a:t/>
            </a:r>
          </a:p>
          <a:p xmlns:a="http://schemas.openxmlformats.org/drawingml/2006/main">
            <a:pPr lvl="4">
              <a:buNone/>
            </a:pPr>
            <a:r>
              <a:t/>
            </a:r>
          </a:p>
        </p:txBody>
      </p:sp>
      <p:sp>
        <p:nvSpPr>
          <p:cNvPr id="119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413CB2F9-8FCD-4F6D-94C6-4EB90E640E10}"/>
              </a:ext>
            </a:extLst>
          </p:cNvPr>
          <p:cNvSpPr>
            <a:spLocks xmlns:a="http://schemas.openxmlformats.org/drawingml/2006/main" noGrp="1"/>
          </p:cNvSpPr>
          <p:nvPr>
            <p:ph type="sldNum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</p:spTree>
  </p:cSld>
</p:sldLayout>
</file>

<file path=ppt/slideLayouts/slideLayout13.xml><?xml version="1.0" encoding="utf-8"?>
<p:sldLayout xmlns:p="http://schemas.openxmlformats.org/presentationml/2006/main" showMasterSp="1" showMasterPhAnim="1">
  <p:cSld name="Big Fac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6" name="Body Level One…">
            <a:extLst xmlns:a="http://schemas.openxmlformats.org/drawingml/2006/main">
              <a:ext uri="{FF2B5EF4-FFF2-40B4-BE49-F238E27FC236}">
                <a16:creationId xmlns:a16="http://schemas.microsoft.com/office/drawing/2014/main" id="{4CDE6B02-26BA-463B-A7D3-2E47465C4D51}"/>
              </a:ext>
            </a:extLst>
          </p:cNvPr>
          <p:cNvSpPr>
            <a:spLocks xmlns:a="http://schemas.openxmlformats.org/drawingml/2006/main" noGrp="1"/>
          </p:cNvSpPr>
          <p:nvPr>
            <p:ph type="body" idx="1" hasCustomPrompt="1"/>
          </p:nvPr>
        </p:nvSpPr>
        <p:spPr>
          <a:xfrm xmlns:a="http://schemas.openxmlformats.org/drawingml/2006/main">
            <a:off x="1206500" y="1075927"/>
            <a:ext cx="21971000" cy="724158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b"/>
          <a:lstStyle xmlns:a="http://schemas.openxmlformats.org/drawingml/2006/main"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/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/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/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/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/>
            </a:lvl5pPr>
          </a:lstStyle>
          <a:p xmlns:a="http://schemas.openxmlformats.org/drawingml/2006/main">
            <a:pPr>
              <a:buNone/>
            </a:pPr>
            <a:r>
              <a:t>100%</a:t>
            </a:r>
          </a:p>
          <a:p xmlns:a="http://schemas.openxmlformats.org/drawingml/2006/main">
            <a:pPr lvl="1">
              <a:buNone/>
            </a:pPr>
            <a:r>
              <a:t/>
            </a:r>
          </a:p>
          <a:p xmlns:a="http://schemas.openxmlformats.org/drawingml/2006/main">
            <a:pPr lvl="2">
              <a:buNone/>
            </a:pPr>
            <a:r>
              <a:t/>
            </a:r>
          </a:p>
          <a:p xmlns:a="http://schemas.openxmlformats.org/drawingml/2006/main">
            <a:pPr lvl="3">
              <a:buNone/>
            </a:pPr>
            <a:r>
              <a:t/>
            </a:r>
          </a:p>
          <a:p xmlns:a="http://schemas.openxmlformats.org/drawingml/2006/main">
            <a:pPr lvl="4">
              <a:buNone/>
            </a:pPr>
            <a:r>
              <a:t/>
            </a:r>
          </a:p>
        </p:txBody>
      </p:sp>
      <p:sp>
        <p:nvSpPr>
          <p:cNvPr id="127" name="Fact information">
            <a:extLst xmlns:a="http://schemas.openxmlformats.org/drawingml/2006/main">
              <a:ext uri="{FF2B5EF4-FFF2-40B4-BE49-F238E27FC236}">
                <a16:creationId xmlns:a16="http://schemas.microsoft.com/office/drawing/2014/main" id="{FAEA0A2C-B9BB-415D-94D7-9CC21DC750FC}"/>
              </a:ext>
            </a:extLst>
          </p:cNvPr>
          <p:cNvSpPr>
            <a:spLocks xmlns:a="http://schemas.openxmlformats.org/drawingml/2006/main" noGrp="1"/>
          </p:cNvSpPr>
          <p:nvPr>
            <p:ph type="body" idx="21" hasCustomPrompt="1"/>
          </p:nvPr>
        </p:nvSpPr>
        <p:spPr>
          <a:xfrm xmlns:a="http://schemas.openxmlformats.org/drawingml/2006/main">
            <a:off x="1206500" y="8262180"/>
            <a:ext cx="21971000" cy="9347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45719" tIns="45719" rIns="45719" bIns="45719"/>
          <a:lstStyle xmlns:a="http://schemas.openxmlformats.org/drawingml/2006/main"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</a:lstStyle>
          <a:p xmlns:a="http://schemas.openxmlformats.org/drawingml/2006/main">
            <a:pPr>
              <a:buNone/>
            </a:pPr>
            <a:r>
              <a:t>Fact information</a:t>
            </a:r>
          </a:p>
        </p:txBody>
      </p:sp>
      <p:sp>
        <p:nvSpPr>
          <p:cNvPr id="128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F62F15A8-A1C6-4332-9455-DC26093F965D}"/>
              </a:ext>
            </a:extLst>
          </p:cNvPr>
          <p:cNvSpPr>
            <a:spLocks xmlns:a="http://schemas.openxmlformats.org/drawingml/2006/main" noGrp="1"/>
          </p:cNvSpPr>
          <p:nvPr>
            <p:ph type="sldNum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</p:spTree>
  </p:cSld>
</p:sldLayout>
</file>

<file path=ppt/slideLayouts/slideLayout14.xml><?xml version="1.0" encoding="utf-8"?>
<p:sldLayout xmlns:p="http://schemas.openxmlformats.org/presentationml/2006/main" showMasterSp="1" showMasterPhAnim="1">
  <p:cSld name="Quot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5" name="Attribution">
            <a:extLst xmlns:a="http://schemas.openxmlformats.org/drawingml/2006/main">
              <a:ext uri="{FF2B5EF4-FFF2-40B4-BE49-F238E27FC236}">
                <a16:creationId xmlns:a16="http://schemas.microsoft.com/office/drawing/2014/main" id="{8838F7CA-9DF7-4E45-A4BA-E46C7CD4CBDD}"/>
              </a:ext>
            </a:extLst>
          </p:cNvPr>
          <p:cNvSpPr>
            <a:spLocks xmlns:a="http://schemas.openxmlformats.org/drawingml/2006/main" noGrp="1"/>
          </p:cNvSpPr>
          <p:nvPr>
            <p:ph type="body" idx="21" hasCustomPrompt="1"/>
          </p:nvPr>
        </p:nvSpPr>
        <p:spPr>
          <a:xfrm xmlns:a="http://schemas.openxmlformats.org/drawingml/2006/main">
            <a:off x="2430025" y="10675453"/>
            <a:ext cx="20200052" cy="63697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45719" tIns="45719" rIns="45719" bIns="45719"/>
          <a:lstStyle xmlns:a="http://schemas.openxmlformats.org/drawingml/2006/main"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3600" b="1"/>
            </a:lvl1pPr>
          </a:lstStyle>
          <a:p xmlns:a="http://schemas.openxmlformats.org/drawingml/2006/main">
            <a:pPr>
              <a:buNone/>
            </a:pPr>
            <a:r>
              <a:t>Attribution</a:t>
            </a:r>
          </a:p>
        </p:txBody>
      </p:sp>
      <p:sp>
        <p:nvSpPr>
          <p:cNvPr id="136" name="Body Level One…">
            <a:extLst xmlns:a="http://schemas.openxmlformats.org/drawingml/2006/main">
              <a:ext uri="{FF2B5EF4-FFF2-40B4-BE49-F238E27FC236}">
                <a16:creationId xmlns:a16="http://schemas.microsoft.com/office/drawing/2014/main" id="{789B762F-477F-42A1-A599-E55CE485B1FF}"/>
              </a:ext>
            </a:extLst>
          </p:cNvPr>
          <p:cNvSpPr>
            <a:spLocks xmlns:a="http://schemas.openxmlformats.org/drawingml/2006/main" noGrp="1"/>
          </p:cNvSpPr>
          <p:nvPr>
            <p:ph type="body" idx="1" hasCustomPrompt="1"/>
          </p:nvPr>
        </p:nvSpPr>
        <p:spPr>
          <a:xfrm xmlns:a="http://schemas.openxmlformats.org/drawingml/2006/main">
            <a:off x="1753923" y="4939860"/>
            <a:ext cx="20876154" cy="38362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638923" indent="-469900">
              <a:spcBef>
                <a:spcPts val="0"/>
              </a:spcBef>
              <a:buSzTx/>
              <a:buNone/>
              <a:defRPr sz="8500" spc="-170">
                <a:latin typeface="Helvetica Neue Medium"/>
                <a:ea typeface="Helvetica Neue Medium"/>
                <a:cs typeface="Helvetica Neue Medium"/>
              </a:defRPr>
            </a:lvl1pPr>
            <a:lvl2pPr marL="638923" indent="-12700">
              <a:spcBef>
                <a:spcPts val="0"/>
              </a:spcBef>
              <a:buSzTx/>
              <a:buNone/>
              <a:defRPr sz="8500" spc="-170">
                <a:latin typeface="Helvetica Neue Medium"/>
                <a:ea typeface="Helvetica Neue Medium"/>
                <a:cs typeface="Helvetica Neue Medium"/>
              </a:defRPr>
            </a:lvl2pPr>
            <a:lvl3pPr marL="638923" indent="444500">
              <a:spcBef>
                <a:spcPts val="0"/>
              </a:spcBef>
              <a:buSzTx/>
              <a:buNone/>
              <a:defRPr sz="8500" spc="-170">
                <a:latin typeface="Helvetica Neue Medium"/>
                <a:ea typeface="Helvetica Neue Medium"/>
                <a:cs typeface="Helvetica Neue Medium"/>
              </a:defRPr>
            </a:lvl3pPr>
            <a:lvl4pPr marL="638923" indent="901700">
              <a:spcBef>
                <a:spcPts val="0"/>
              </a:spcBef>
              <a:buSzTx/>
              <a:buNone/>
              <a:defRPr sz="8500" spc="-170">
                <a:latin typeface="Helvetica Neue Medium"/>
                <a:ea typeface="Helvetica Neue Medium"/>
                <a:cs typeface="Helvetica Neue Medium"/>
              </a:defRPr>
            </a:lvl4pPr>
            <a:lvl5pPr marL="638923" indent="1358900">
              <a:spcBef>
                <a:spcPts val="0"/>
              </a:spcBef>
              <a:buSzTx/>
              <a:buNone/>
              <a:defRPr sz="8500" spc="-170">
                <a:latin typeface="Helvetica Neue Medium"/>
                <a:ea typeface="Helvetica Neue Medium"/>
                <a:cs typeface="Helvetica Neue Medium"/>
              </a:defRPr>
            </a:lvl5pPr>
          </a:lstStyle>
          <a:p xmlns:a="http://schemas.openxmlformats.org/drawingml/2006/main">
            <a:pPr>
              <a:buNone/>
            </a:pPr>
            <a:r>
              <a:t>“Notable Quote”</a:t>
            </a:r>
          </a:p>
          <a:p xmlns:a="http://schemas.openxmlformats.org/drawingml/2006/main">
            <a:pPr lvl="1">
              <a:buNone/>
            </a:pPr>
            <a:r>
              <a:t/>
            </a:r>
          </a:p>
          <a:p xmlns:a="http://schemas.openxmlformats.org/drawingml/2006/main">
            <a:pPr lvl="2">
              <a:buNone/>
            </a:pPr>
            <a:r>
              <a:t/>
            </a:r>
          </a:p>
          <a:p xmlns:a="http://schemas.openxmlformats.org/drawingml/2006/main">
            <a:pPr lvl="3">
              <a:buNone/>
            </a:pPr>
            <a:r>
              <a:t/>
            </a:r>
          </a:p>
          <a:p xmlns:a="http://schemas.openxmlformats.org/drawingml/2006/main">
            <a:pPr lvl="4">
              <a:buNone/>
            </a:pPr>
            <a:r>
              <a:t/>
            </a:r>
          </a:p>
        </p:txBody>
      </p:sp>
      <p:sp>
        <p:nvSpPr>
          <p:cNvPr id="137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64465716-0D88-4AC4-9901-74B01C10ED24}"/>
              </a:ext>
            </a:extLst>
          </p:cNvPr>
          <p:cNvSpPr>
            <a:spLocks xmlns:a="http://schemas.openxmlformats.org/drawingml/2006/main" noGrp="1"/>
          </p:cNvSpPr>
          <p:nvPr>
            <p:ph type="sldNum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</p:spTree>
  </p:cSld>
</p:sldLayout>
</file>

<file path=ppt/slideLayouts/slideLayout15.xml><?xml version="1.0" encoding="utf-8"?>
<p:sldLayout xmlns:p="http://schemas.openxmlformats.org/presentationml/2006/main" showMasterSp="1" showMasterPhAnim="1">
  <p:cSld name="Photo - 3 Up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4" name="Bowl of salad with fried rice, boiled eggs, and chopsticks">
            <a:extLst xmlns:a="http://schemas.openxmlformats.org/drawingml/2006/main">
              <a:ext uri="{FF2B5EF4-FFF2-40B4-BE49-F238E27FC236}">
                <a16:creationId xmlns:a16="http://schemas.microsoft.com/office/drawing/2014/main" id="{FF6ECCA3-F3DC-4A68-8DD5-FBDA89E02842}"/>
              </a:ext>
            </a:extLst>
          </p:cNvPr>
          <p:cNvSpPr>
            <a:spLocks xmlns:a="http://schemas.openxmlformats.org/drawingml/2006/main" noGrp="1"/>
          </p:cNvSpPr>
          <p:nvPr>
            <p:ph type="pic" idx="21"/>
          </p:nvPr>
        </p:nvSpPr>
        <p:spPr>
          <a:xfrm xmlns:a="http://schemas.openxmlformats.org/drawingml/2006/main">
            <a:off x="15760700" y="1016000"/>
            <a:ext cx="7439099" cy="594967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39" tIns="45719" rIns="91439" bIns="45719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45" name="Bowl with salmon cakes, salad, and hummus ">
            <a:extLst xmlns:a="http://schemas.openxmlformats.org/drawingml/2006/main">
              <a:ext uri="{FF2B5EF4-FFF2-40B4-BE49-F238E27FC236}">
                <a16:creationId xmlns:a16="http://schemas.microsoft.com/office/drawing/2014/main" id="{C9CA2606-7279-4CE3-B946-08CB09D44CBB}"/>
              </a:ext>
            </a:extLst>
          </p:cNvPr>
          <p:cNvSpPr>
            <a:spLocks xmlns:a="http://schemas.openxmlformats.org/drawingml/2006/main" noGrp="1"/>
          </p:cNvSpPr>
          <p:nvPr>
            <p:ph type="pic" idx="22"/>
          </p:nvPr>
        </p:nvSpPr>
        <p:spPr>
          <a:xfrm xmlns:a="http://schemas.openxmlformats.org/drawingml/2006/main">
            <a:off x="13500100" y="3978275"/>
            <a:ext cx="10439400" cy="1215018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39" tIns="45719" rIns="91439" bIns="45719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46" name="Bowl of pappardelle pasta with parsley butter, roasted hazelnuts, and shaved parmesan cheese">
            <a:extLst xmlns:a="http://schemas.openxmlformats.org/drawingml/2006/main">
              <a:ext uri="{FF2B5EF4-FFF2-40B4-BE49-F238E27FC236}">
                <a16:creationId xmlns:a16="http://schemas.microsoft.com/office/drawing/2014/main" id="{95019FE0-A2B2-4BCA-A9ED-2032669AABE6}"/>
              </a:ext>
            </a:extLst>
          </p:cNvPr>
          <p:cNvSpPr>
            <a:spLocks xmlns:a="http://schemas.openxmlformats.org/drawingml/2006/main" noGrp="1"/>
          </p:cNvSpPr>
          <p:nvPr>
            <p:ph type="pic" idx="23"/>
          </p:nvPr>
        </p:nvSpPr>
        <p:spPr>
          <a:xfrm xmlns:a="http://schemas.openxmlformats.org/drawingml/2006/main">
            <a:off x="-139700" y="495300"/>
            <a:ext cx="16611600" cy="12458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39" tIns="45719" rIns="91439" bIns="45719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47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F69B5177-6EC8-422F-89FD-F03F59D04042}"/>
              </a:ext>
            </a:extLst>
          </p:cNvPr>
          <p:cNvSpPr>
            <a:spLocks xmlns:a="http://schemas.openxmlformats.org/drawingml/2006/main" noGrp="1"/>
          </p:cNvSpPr>
          <p:nvPr>
            <p:ph type="sldNum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</p:spTree>
  </p:cSld>
</p:sldLayout>
</file>

<file path=ppt/slideLayouts/slideLayout16.xml><?xml version="1.0" encoding="utf-8"?>
<p:sldLayout xmlns:p="http://schemas.openxmlformats.org/presentationml/2006/main" showMasterSp="1" showMasterPhAnim="1">
  <p:cSld name="Photo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4" name="bowl of salad with fried rice, boiled eggs, and chopsticks">
            <a:extLst xmlns:a="http://schemas.openxmlformats.org/drawingml/2006/main">
              <a:ext uri="{FF2B5EF4-FFF2-40B4-BE49-F238E27FC236}">
                <a16:creationId xmlns:a16="http://schemas.microsoft.com/office/drawing/2014/main" id="{7B407AA4-908A-45DA-8D8F-7E526751820A}"/>
              </a:ext>
            </a:extLst>
          </p:cNvPr>
          <p:cNvSpPr>
            <a:spLocks xmlns:a="http://schemas.openxmlformats.org/drawingml/2006/main" noGrp="1"/>
          </p:cNvSpPr>
          <p:nvPr>
            <p:ph type="pic" idx="21"/>
          </p:nvPr>
        </p:nvSpPr>
        <p:spPr>
          <a:xfrm xmlns:a="http://schemas.openxmlformats.org/drawingml/2006/main">
            <a:off x="-1333500" y="-5524500"/>
            <a:ext cx="27051000" cy="21640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39" tIns="45719" rIns="91439" bIns="45719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55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1E6243DB-25D9-4A6D-81F5-A158CDB59F5E}"/>
              </a:ext>
            </a:extLst>
          </p:cNvPr>
          <p:cNvSpPr>
            <a:spLocks xmlns:a="http://schemas.openxmlformats.org/drawingml/2006/main" noGrp="1"/>
          </p:cNvSpPr>
          <p:nvPr>
            <p:ph type="sldNum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rgbClr val="FFFFFF"/>
                </a:solidFill>
              </a:defRPr>
            </a:lvl1pPr>
          </a:lstStyle>
          <a:p xmlns:a="http://schemas.openxmlformats.org/drawingml/2006/main">
            <a:pPr>
              <a:buNone/>
            </a:pPr>
          </a:p>
        </p:txBody>
      </p:sp>
    </p:spTree>
  </p:cSld>
</p:sldLayout>
</file>

<file path=ppt/slideLayouts/slideLayout17.xml><?xml version="1.0" encoding="utf-8"?>
<p:sldLayout xmlns:p="http://schemas.openxmlformats.org/presentationml/2006/main" showMasterSp="1" showMasterPhAnim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2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B7E369EF-E389-4D15-BD3E-DEEA9264A732}"/>
              </a:ext>
            </a:extLst>
          </p:cNvPr>
          <p:cNvSpPr>
            <a:spLocks xmlns:a="http://schemas.openxmlformats.org/drawingml/2006/main" noGrp="1"/>
          </p:cNvSpPr>
          <p:nvPr>
            <p:ph type="sldNum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6225e264cdc48d6" /><Relationship Type="http://schemas.openxmlformats.org/officeDocument/2006/relationships/slideLayout" Target="/ppt/slideLayouts/slideLayout1.xml" Id="Rdf2a22a5f5684bea" /><Relationship Type="http://schemas.openxmlformats.org/officeDocument/2006/relationships/slideLayout" Target="/ppt/slideLayouts/slideLayout2.xml" Id="R165d1df273eb4251" /><Relationship Type="http://schemas.openxmlformats.org/officeDocument/2006/relationships/slideLayout" Target="/ppt/slideLayouts/slideLayout3.xml" Id="R447278f36f824935" /><Relationship Type="http://schemas.openxmlformats.org/officeDocument/2006/relationships/slideLayout" Target="/ppt/slideLayouts/slideLayout4.xml" Id="Re2f7af7c47014377" /><Relationship Type="http://schemas.openxmlformats.org/officeDocument/2006/relationships/slideLayout" Target="/ppt/slideLayouts/slideLayout5.xml" Id="R40c5640ec0d5406f" /><Relationship Type="http://schemas.openxmlformats.org/officeDocument/2006/relationships/slideLayout" Target="/ppt/slideLayouts/slideLayout6.xml" Id="R06e7d0686efd4723" /><Relationship Type="http://schemas.openxmlformats.org/officeDocument/2006/relationships/slideLayout" Target="/ppt/slideLayouts/slideLayout7.xml" Id="Rb2476d269d3946e0" /><Relationship Type="http://schemas.openxmlformats.org/officeDocument/2006/relationships/slideLayout" Target="/ppt/slideLayouts/slideLayout8.xml" Id="Rf876b0b483d54345" /><Relationship Type="http://schemas.openxmlformats.org/officeDocument/2006/relationships/slideLayout" Target="/ppt/slideLayouts/slideLayout9.xml" Id="Rf97dbcebe8da442c" /><Relationship Type="http://schemas.openxmlformats.org/officeDocument/2006/relationships/slideLayout" Target="/ppt/slideLayouts/slideLayout10.xml" Id="R9e43cc2a52ca435f" /><Relationship Type="http://schemas.openxmlformats.org/officeDocument/2006/relationships/slideLayout" Target="/ppt/slideLayouts/slideLayout11.xml" Id="Ra570f7c4383d4fe1" /><Relationship Type="http://schemas.openxmlformats.org/officeDocument/2006/relationships/slideLayout" Target="/ppt/slideLayouts/slideLayout12.xml" Id="R359e88d673c74b9d" /><Relationship Type="http://schemas.openxmlformats.org/officeDocument/2006/relationships/slideLayout" Target="/ppt/slideLayouts/slideLayout13.xml" Id="Raa21641e951b4127" /><Relationship Type="http://schemas.openxmlformats.org/officeDocument/2006/relationships/slideLayout" Target="/ppt/slideLayouts/slideLayout14.xml" Id="Ra762c770648d4f84" /><Relationship Type="http://schemas.openxmlformats.org/officeDocument/2006/relationships/slideLayout" Target="/ppt/slideLayouts/slideLayout15.xml" Id="Rdfc12c3039504b67" /><Relationship Type="http://schemas.openxmlformats.org/officeDocument/2006/relationships/slideLayout" Target="/ppt/slideLayouts/slideLayout16.xml" Id="R48cef73efeb343e3" /><Relationship Type="http://schemas.openxmlformats.org/officeDocument/2006/relationships/slideLayout" Target="/ppt/slideLayouts/slideLayout17.xml" Id="R3f7c116155a94030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Title">
            <a:extLst xmlns:a="http://schemas.openxmlformats.org/drawingml/2006/main">
              <a:ext uri="{FF2B5EF4-FFF2-40B4-BE49-F238E27FC236}">
                <a16:creationId xmlns:a16="http://schemas.microsoft.com/office/drawing/2014/main" id="{E89409FC-1F15-4441-80BB-63573917E756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1206500" y="1079500"/>
            <a:ext cx="21971000" cy="1433163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50800" tIns="50800" rIns="50800" bIns="50800">
            <a:normAutofit fontScale="100000" lnSpcReduction="0"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Slide Title</a:t>
            </a:r>
          </a:p>
        </p:txBody>
      </p:sp>
      <p:sp>
        <p:nvSpPr>
          <p:cNvPr id="3" name="Body Level One…">
            <a:extLst xmlns:a="http://schemas.openxmlformats.org/drawingml/2006/main">
              <a:ext uri="{FF2B5EF4-FFF2-40B4-BE49-F238E27FC236}">
                <a16:creationId xmlns:a16="http://schemas.microsoft.com/office/drawing/2014/main" id="{92CEECF9-1299-40B7-914D-9CA8E92C5F04}"/>
              </a:ext>
            </a:extLst>
          </p:cNvPr>
          <p:cNvSpPr>
            <a:spLocks xmlns:a="http://schemas.openxmlformats.org/drawingml/2006/main" noGrp="1"/>
          </p:cNvSpPr>
          <p:nvPr>
            <p:ph type="body" idx="1" hasCustomPrompt="1"/>
          </p:nvPr>
        </p:nvSpPr>
        <p:spPr>
          <a:xfrm xmlns:a="http://schemas.openxmlformats.org/drawingml/2006/main">
            <a:off x="1206500" y="4248504"/>
            <a:ext cx="21971000" cy="8256012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50800" tIns="50800" rIns="50800" bIns="50800">
            <a:normAutofit fontScale="100000" lnSpcReduction="0"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Slide bullet text</a:t>
            </a:r>
          </a:p>
          <a:p xmlns:a="http://schemas.openxmlformats.org/drawingml/2006/main">
            <a:pPr lvl="1">
              <a:buNone/>
            </a:pPr>
            <a:r>
              <a:t/>
            </a:r>
          </a:p>
          <a:p xmlns:a="http://schemas.openxmlformats.org/drawingml/2006/main">
            <a:pPr lvl="2">
              <a:buNone/>
            </a:pPr>
            <a:r>
              <a:t/>
            </a:r>
          </a:p>
          <a:p xmlns:a="http://schemas.openxmlformats.org/drawingml/2006/main">
            <a:pPr lvl="3">
              <a:buNone/>
            </a:pPr>
            <a:r>
              <a:t/>
            </a:r>
          </a:p>
          <a:p xmlns:a="http://schemas.openxmlformats.org/drawingml/2006/main">
            <a:pPr lvl="4">
              <a:buNone/>
            </a:pPr>
            <a:r>
              <a:t/>
            </a:r>
          </a:p>
        </p:txBody>
      </p:sp>
      <p:sp>
        <p:nvSpPr>
          <p:cNvPr id="4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4B3C6F95-59A6-4F12-AFD6-2DE2D178EC95}"/>
              </a:ext>
            </a:extLst>
          </p:cNvPr>
          <p:cNvSpPr>
            <a:spLocks xmlns:a="http://schemas.openxmlformats.org/drawingml/2006/main" noGrp="1"/>
          </p:cNvSpPr>
          <p:nvPr>
            <p:ph type="sldNum" idx="2"/>
          </p:nvPr>
        </p:nvSpPr>
        <p:spPr>
          <a:xfrm xmlns:a="http://schemas.openxmlformats.org/drawingml/2006/main">
            <a:off x="12001499" y="13080999"/>
            <a:ext cx="368505" cy="3746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none" lIns="50800" tIns="50800" rIns="50800" bIns="50800" anchor="b">
            <a:spAutoFit/>
          </a:bodyPr>
          <a:lstStyle xmlns:a="http://schemas.openxmlformats.org/drawingml/2006/main">
            <a:lvl1pPr algn="ctr" defTabSz="584200">
              <a:lnSpc>
                <a:spcPct val="100000"/>
              </a:lnSpc>
              <a:spcBef>
                <a:spcPts val="0"/>
              </a:spcBef>
              <a:buNone/>
              <a:defRPr sz="1800"/>
            </a:lvl1pPr>
          </a:lstStyle>
          <a:p xmlns:a="http://schemas.openxmlformats.org/drawingml/2006/main">
            <a:pPr>
              <a:buNone/>
            </a:p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f2a22a5f5684bea"/>
    <p:sldLayoutId xmlns:r="http://schemas.openxmlformats.org/officeDocument/2006/relationships" id="2147483650" r:id="R165d1df273eb4251"/>
    <p:sldLayoutId xmlns:r="http://schemas.openxmlformats.org/officeDocument/2006/relationships" id="2147483651" r:id="R447278f36f824935"/>
    <p:sldLayoutId xmlns:r="http://schemas.openxmlformats.org/officeDocument/2006/relationships" id="2147483652" r:id="Re2f7af7c47014377"/>
    <p:sldLayoutId xmlns:r="http://schemas.openxmlformats.org/officeDocument/2006/relationships" id="2147483653" r:id="R40c5640ec0d5406f"/>
    <p:sldLayoutId xmlns:r="http://schemas.openxmlformats.org/officeDocument/2006/relationships" id="2147483654" r:id="R06e7d0686efd4723"/>
    <p:sldLayoutId xmlns:r="http://schemas.openxmlformats.org/officeDocument/2006/relationships" id="2147483655" r:id="Rb2476d269d3946e0"/>
    <p:sldLayoutId xmlns:r="http://schemas.openxmlformats.org/officeDocument/2006/relationships" id="2147483656" r:id="Rf876b0b483d54345"/>
    <p:sldLayoutId xmlns:r="http://schemas.openxmlformats.org/officeDocument/2006/relationships" id="2147483657" r:id="Rf97dbcebe8da442c"/>
    <p:sldLayoutId xmlns:r="http://schemas.openxmlformats.org/officeDocument/2006/relationships" id="2147483658" r:id="R9e43cc2a52ca435f"/>
    <p:sldLayoutId xmlns:r="http://schemas.openxmlformats.org/officeDocument/2006/relationships" id="2147483659" r:id="Ra570f7c4383d4fe1"/>
    <p:sldLayoutId xmlns:r="http://schemas.openxmlformats.org/officeDocument/2006/relationships" id="2147483660" r:id="R359e88d673c74b9d"/>
    <p:sldLayoutId xmlns:r="http://schemas.openxmlformats.org/officeDocument/2006/relationships" id="2147483661" r:id="Raa21641e951b4127"/>
    <p:sldLayoutId xmlns:r="http://schemas.openxmlformats.org/officeDocument/2006/relationships" id="2147483662" r:id="Ra762c770648d4f84"/>
    <p:sldLayoutId xmlns:r="http://schemas.openxmlformats.org/officeDocument/2006/relationships" id="2147483663" r:id="Rdfc12c3039504b67"/>
    <p:sldLayoutId xmlns:r="http://schemas.openxmlformats.org/officeDocument/2006/relationships" id="2147483664" r:id="R48cef73efeb343e3"/>
    <p:sldLayoutId xmlns:r="http://schemas.openxmlformats.org/officeDocument/2006/relationships" id="2147483665" r:id="R3f7c116155a94030"/>
  </p:sldLayoutIdLst>
  <p:txStyles>
    <p:titleStyle>
      <a:lvl1pPr xmlns:a="http://schemas.openxmlformats.org/drawingml/2006/main" marL="0" marR="0" indent="0" algn="l" defTabSz="2438338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defRPr sz="8500" b="1" i="0" u="none" cap="none" spc="-170" baseline="0">
          <a:solidFill>
            <a:srgbClr val="000000"/>
          </a:solidFill>
          <a:latin typeface="+mn-lt"/>
          <a:ea typeface="+mn-lt"/>
          <a:cs typeface="+mn-lt"/>
        </a:defRPr>
      </a:lvl1pPr>
      <a:lvl2pPr xmlns:a="http://schemas.openxmlformats.org/drawingml/2006/main" marL="0" marR="0" indent="457200" algn="l" defTabSz="2438338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defRPr sz="8500" b="1" i="0" u="none" cap="none" spc="-170" baseline="0">
          <a:solidFill>
            <a:srgbClr val="000000"/>
          </a:solidFill>
          <a:latin typeface="+mn-lt"/>
          <a:ea typeface="+mn-lt"/>
          <a:cs typeface="+mn-lt"/>
        </a:defRPr>
      </a:lvl2pPr>
      <a:lvl3pPr xmlns:a="http://schemas.openxmlformats.org/drawingml/2006/main" marL="0" marR="0" indent="914400" algn="l" defTabSz="2438338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defRPr sz="8500" b="1" i="0" u="none" cap="none" spc="-170" baseline="0">
          <a:solidFill>
            <a:srgbClr val="000000"/>
          </a:solidFill>
          <a:latin typeface="+mn-lt"/>
          <a:ea typeface="+mn-lt"/>
          <a:cs typeface="+mn-lt"/>
        </a:defRPr>
      </a:lvl3pPr>
      <a:lvl4pPr xmlns:a="http://schemas.openxmlformats.org/drawingml/2006/main" marL="0" marR="0" indent="1371600" algn="l" defTabSz="2438338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defRPr sz="8500" b="1" i="0" u="none" cap="none" spc="-170" baseline="0">
          <a:solidFill>
            <a:srgbClr val="000000"/>
          </a:solidFill>
          <a:latin typeface="+mn-lt"/>
          <a:ea typeface="+mn-lt"/>
          <a:cs typeface="+mn-lt"/>
        </a:defRPr>
      </a:lvl4pPr>
      <a:lvl5pPr xmlns:a="http://schemas.openxmlformats.org/drawingml/2006/main" marL="0" marR="0" indent="1828800" algn="l" defTabSz="2438338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defRPr sz="8500" b="1" i="0" u="none" cap="none" spc="-170" baseline="0">
          <a:solidFill>
            <a:srgbClr val="000000"/>
          </a:solidFill>
          <a:latin typeface="+mn-lt"/>
          <a:ea typeface="+mn-lt"/>
          <a:cs typeface="+mn-lt"/>
        </a:defRPr>
      </a:lvl5pPr>
      <a:lvl6pPr xmlns:a="http://schemas.openxmlformats.org/drawingml/2006/main" marL="0" marR="0" indent="2286000" algn="l" defTabSz="2438338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defRPr sz="8500" b="1" i="0" u="none" cap="none" spc="-170" baseline="0">
          <a:solidFill>
            <a:srgbClr val="000000"/>
          </a:solidFill>
          <a:latin typeface="+mn-lt"/>
          <a:ea typeface="+mn-lt"/>
          <a:cs typeface="+mn-lt"/>
        </a:defRPr>
      </a:lvl6pPr>
      <a:lvl7pPr xmlns:a="http://schemas.openxmlformats.org/drawingml/2006/main" marL="0" marR="0" indent="2743200" algn="l" defTabSz="2438338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defRPr sz="8500" b="1" i="0" u="none" cap="none" spc="-170" baseline="0">
          <a:solidFill>
            <a:srgbClr val="000000"/>
          </a:solidFill>
          <a:latin typeface="+mn-lt"/>
          <a:ea typeface="+mn-lt"/>
          <a:cs typeface="+mn-lt"/>
        </a:defRPr>
      </a:lvl7pPr>
      <a:lvl8pPr xmlns:a="http://schemas.openxmlformats.org/drawingml/2006/main" marL="0" marR="0" indent="3200400" algn="l" defTabSz="2438338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defRPr sz="8500" b="1" i="0" u="none" cap="none" spc="-170" baseline="0">
          <a:solidFill>
            <a:srgbClr val="000000"/>
          </a:solidFill>
          <a:latin typeface="+mn-lt"/>
          <a:ea typeface="+mn-lt"/>
          <a:cs typeface="+mn-lt"/>
        </a:defRPr>
      </a:lvl8pPr>
      <a:lvl9pPr xmlns:a="http://schemas.openxmlformats.org/drawingml/2006/main" marL="0" marR="0" indent="3657600" algn="l" defTabSz="2438338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defRPr sz="8500" b="1" i="0" u="none" cap="none" spc="-170" baseline="0">
          <a:solidFill>
            <a:srgbClr val="000000"/>
          </a:solidFill>
          <a:latin typeface="+mn-lt"/>
          <a:ea typeface="+mn-lt"/>
          <a:cs typeface="+mn-lt"/>
        </a:defRPr>
      </a:lvl9pPr>
    </p:titleStyle>
    <p:bodyStyle>
      <a:lvl1pPr xmlns:a="http://schemas.openxmlformats.org/drawingml/2006/main" marL="609600" marR="0" indent="-609600" algn="l" defTabSz="2438338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defRPr sz="4800" b="0" i="0" u="none" cap="none" spc="0" baseline="0">
          <a:solidFill>
            <a:srgbClr val="000000"/>
          </a:solidFill>
          <a:latin typeface="+mn-lt"/>
          <a:ea typeface="+mn-lt"/>
          <a:cs typeface="+mn-lt"/>
        </a:defRPr>
      </a:lvl1pPr>
      <a:lvl2pPr xmlns:a="http://schemas.openxmlformats.org/drawingml/2006/main" marL="1219200" marR="0" indent="-609600" algn="l" defTabSz="2438338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defRPr sz="4800" b="0" i="0" u="none" cap="none" spc="0" baseline="0">
          <a:solidFill>
            <a:srgbClr val="000000"/>
          </a:solidFill>
          <a:latin typeface="+mn-lt"/>
          <a:ea typeface="+mn-lt"/>
          <a:cs typeface="+mn-lt"/>
        </a:defRPr>
      </a:lvl2pPr>
      <a:lvl3pPr xmlns:a="http://schemas.openxmlformats.org/drawingml/2006/main" marL="1828800" marR="0" indent="-609600" algn="l" defTabSz="2438338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defRPr sz="4800" b="0" i="0" u="none" cap="none" spc="0" baseline="0">
          <a:solidFill>
            <a:srgbClr val="000000"/>
          </a:solidFill>
          <a:latin typeface="+mn-lt"/>
          <a:ea typeface="+mn-lt"/>
          <a:cs typeface="+mn-lt"/>
        </a:defRPr>
      </a:lvl3pPr>
      <a:lvl4pPr xmlns:a="http://schemas.openxmlformats.org/drawingml/2006/main" marL="2438400" marR="0" indent="-609600" algn="l" defTabSz="2438338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defRPr sz="4800" b="0" i="0" u="none" cap="none" spc="0" baseline="0">
          <a:solidFill>
            <a:srgbClr val="000000"/>
          </a:solidFill>
          <a:latin typeface="+mn-lt"/>
          <a:ea typeface="+mn-lt"/>
          <a:cs typeface="+mn-lt"/>
        </a:defRPr>
      </a:lvl4pPr>
      <a:lvl5pPr xmlns:a="http://schemas.openxmlformats.org/drawingml/2006/main" marL="3048000" marR="0" indent="-609600" algn="l" defTabSz="2438338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defRPr sz="4800" b="0" i="0" u="none" cap="none" spc="0" baseline="0">
          <a:solidFill>
            <a:srgbClr val="000000"/>
          </a:solidFill>
          <a:latin typeface="+mn-lt"/>
          <a:ea typeface="+mn-lt"/>
          <a:cs typeface="+mn-lt"/>
        </a:defRPr>
      </a:lvl5pPr>
      <a:lvl6pPr xmlns:a="http://schemas.openxmlformats.org/drawingml/2006/main" marL="3657600" marR="0" indent="-609600" algn="l" defTabSz="2438338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defRPr sz="4800" b="0" i="0" u="none" cap="none" spc="0" baseline="0">
          <a:solidFill>
            <a:srgbClr val="000000"/>
          </a:solidFill>
          <a:latin typeface="+mn-lt"/>
          <a:ea typeface="+mn-lt"/>
          <a:cs typeface="+mn-lt"/>
        </a:defRPr>
      </a:lvl6pPr>
      <a:lvl7pPr xmlns:a="http://schemas.openxmlformats.org/drawingml/2006/main" marL="4267200" marR="0" indent="-609600" algn="l" defTabSz="2438338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defRPr sz="4800" b="0" i="0" u="none" cap="none" spc="0" baseline="0">
          <a:solidFill>
            <a:srgbClr val="000000"/>
          </a:solidFill>
          <a:latin typeface="+mn-lt"/>
          <a:ea typeface="+mn-lt"/>
          <a:cs typeface="+mn-lt"/>
        </a:defRPr>
      </a:lvl7pPr>
      <a:lvl8pPr xmlns:a="http://schemas.openxmlformats.org/drawingml/2006/main" marL="4876800" marR="0" indent="-609600" algn="l" defTabSz="2438338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defRPr sz="4800" b="0" i="0" u="none" cap="none" spc="0" baseline="0">
          <a:solidFill>
            <a:srgbClr val="000000"/>
          </a:solidFill>
          <a:latin typeface="+mn-lt"/>
          <a:ea typeface="+mn-lt"/>
          <a:cs typeface="+mn-lt"/>
        </a:defRPr>
      </a:lvl8pPr>
      <a:lvl9pPr xmlns:a="http://schemas.openxmlformats.org/drawingml/2006/main" marL="5486400" marR="0" indent="-609600" algn="l" defTabSz="2438338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defRPr sz="4800" b="0" i="0" u="none" cap="none" spc="0" baseline="0">
          <a:solidFill>
            <a:srgbClr val="000000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marR="0" indent="0" algn="ctr" defTabSz="5842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800" b="0" i="0" u="none" cap="none" spc="0" baseline="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0" marR="0" indent="457200" algn="ctr" defTabSz="5842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800" b="0" i="0" u="none" cap="none" spc="0" baseline="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0" marR="0" indent="914400" algn="ctr" defTabSz="5842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800" b="0" i="0" u="none" cap="none" spc="0" baseline="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0" marR="0" indent="1371600" algn="ctr" defTabSz="5842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800" b="0" i="0" u="none" cap="none" spc="0" baseline="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0" marR="0" indent="1828800" algn="ctr" defTabSz="5842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800" b="0" i="0" u="none" cap="none" spc="0" baseline="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0" marR="0" indent="2286000" algn="ctr" defTabSz="5842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800" b="0" i="0" u="none" cap="none" spc="0" baseline="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0" marR="0" indent="2743200" algn="ctr" defTabSz="5842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800" b="0" i="0" u="none" cap="none" spc="0" baseline="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0" marR="0" indent="3200400" algn="ctr" defTabSz="5842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800" b="0" i="0" u="none" cap="none" spc="0" baseline="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0" marR="0" indent="3657600" algn="ctr" defTabSz="5842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800" b="0" i="0" u="none" cap="none" spc="0" baseline="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4999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7.xml" Id="Rc57e3a3978904741" /><Relationship Type="http://schemas.openxmlformats.org/officeDocument/2006/relationships/notesSlide" Target="/ppt/notesSlides/notesSlide1.xml" Id="Ref84597a86594109" /></Relationships>
</file>

<file path=ppt/slides/slide1.xml><?xml version="1.0" encoding="utf-8"?>
<p:sld xmlns:p="http://schemas.openxmlformats.org/presentationml/2006/main" showMasterSp="1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1" name="Circle">
            <a:extLst xmlns:a="http://schemas.openxmlformats.org/drawingml/2006/main">
              <a:ext uri="{FF2B5EF4-FFF2-40B4-BE49-F238E27FC236}">
                <a16:creationId xmlns:a16="http://schemas.microsoft.com/office/drawing/2014/main" id="{4BCB23BE-78E0-45AC-8B2E-7D9CDB21E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240552" y="453278"/>
            <a:ext cx="314575" cy="314574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50800">
            <a:solidFill>
              <a:srgbClr val="000000"/>
            </a:solidFill>
            <a:prstDash val="solid"/>
          </a:ln>
        </p:spPr>
        <p:txBody>
          <a:bodyPr xmlns:a="http://schemas.openxmlformats.org/drawingml/2006/main" wrap="square" lIns="50800" tIns="50800" rIns="50800" bIns="50800" anchor="ctr">
            <a:noAutofit/>
          </a:bodyPr>
          <a:lstStyle xmlns:a="http://schemas.openxmlformats.org/drawingml/2006/main"/>
          <a:p xmlns:a="http://schemas.openxmlformats.org/drawingml/2006/main">
            <a:pPr algn="ctr" defTabSz="825500">
              <a:lnSpc>
                <a:spcPct val="100000"/>
              </a:lnSpc>
              <a:spcBef>
                <a:spcPts val="0"/>
              </a:spcBef>
              <a:buNone/>
              <a:defRPr sz="2700">
                <a:latin typeface="Helvetica Neue Medium"/>
                <a:ea typeface="Helvetica Neue Medium"/>
                <a:cs typeface="Helvetica Neue Medium"/>
              </a:defRPr>
            </a:pPr>
          </a:p>
        </p:txBody>
      </p:sp>
      <p:cxnSp>
        <p:nvCxnSpPr>
          <p:cNvPr id="378" name="Connection Line"/>
          <p:cNvCxnSpPr>
            <a:stCxn xmlns:a="http://schemas.openxmlformats.org/drawingml/2006/main" id="173" idx="0"/>
            <a:endCxn xmlns:a="http://schemas.openxmlformats.org/drawingml/2006/main" id="171" idx="0"/>
          </p:cNvCxnSpPr>
          <p:nvPr/>
        </p:nvCxnSpPr>
        <p:spPr>
          <a:xfrm xmlns:a="http://schemas.openxmlformats.org/drawingml/2006/main" rot="0" flipH="1" flipV="1">
            <a:off x="8397839" y="610564"/>
            <a:ext cx="574166" cy="535255"/>
          </a:xfrm>
          <a:prstGeom xmlns:a="http://schemas.openxmlformats.org/drawingml/2006/main" prst="straightConnector1">
            <a:avLst/>
          </a:prstGeom>
          <a:ln xmlns:a="http://schemas.openxmlformats.org/drawingml/2006/main" w="50800" cap="flat">
            <a:solidFill>
              <a:srgbClr val="5471AB"/>
            </a:solidFill>
            <a:prstDash val="solid"/>
            <a:miter/>
            <a:headEnd type="triangle" w="med" len="med"/>
          </a:ln>
        </p:spPr>
      </p:cxnSp>
      <p:sp>
        <p:nvSpPr>
          <p:cNvPr id="173" name="Circle">
            <a:extLst xmlns:a="http://schemas.openxmlformats.org/drawingml/2006/main">
              <a:ext uri="{FF2B5EF4-FFF2-40B4-BE49-F238E27FC236}">
                <a16:creationId xmlns:a16="http://schemas.microsoft.com/office/drawing/2014/main" id="{7708CE60-4A5C-46A7-BCFE-82958A1B4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814717" y="988531"/>
            <a:ext cx="314575" cy="31457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50800">
            <a:solidFill>
              <a:srgbClr val="000000"/>
            </a:solidFill>
            <a:prstDash val="solid"/>
          </a:ln>
        </p:spPr>
        <p:txBody>
          <a:bodyPr xmlns:a="http://schemas.openxmlformats.org/drawingml/2006/main" wrap="square" lIns="50800" tIns="50800" rIns="50800" bIns="50800" anchor="ctr">
            <a:noAutofit/>
          </a:bodyPr>
          <a:lstStyle xmlns:a="http://schemas.openxmlformats.org/drawingml/2006/main"/>
          <a:p xmlns:a="http://schemas.openxmlformats.org/drawingml/2006/main">
            <a:pPr algn="ctr" defTabSz="825500">
              <a:lnSpc>
                <a:spcPct val="100000"/>
              </a:lnSpc>
              <a:spcBef>
                <a:spcPts val="0"/>
              </a:spcBef>
              <a:buNone/>
              <a:defRPr sz="2700">
                <a:latin typeface="Helvetica Neue Medium"/>
                <a:ea typeface="Helvetica Neue Medium"/>
                <a:cs typeface="Helvetica Neue Medium"/>
              </a:defRPr>
            </a:pPr>
          </a:p>
        </p:txBody>
      </p:sp>
      <p:cxnSp>
        <p:nvCxnSpPr>
          <p:cNvPr id="380" name="Connection Line"/>
          <p:cNvCxnSpPr>
            <a:stCxn xmlns:a="http://schemas.openxmlformats.org/drawingml/2006/main" id="175" idx="0"/>
            <a:endCxn xmlns:a="http://schemas.openxmlformats.org/drawingml/2006/main" id="171" idx="0"/>
          </p:cNvCxnSpPr>
          <p:nvPr/>
        </p:nvCxnSpPr>
        <p:spPr>
          <a:xfrm xmlns:a="http://schemas.openxmlformats.org/drawingml/2006/main" rot="0" flipH="0" flipV="1">
            <a:off x="8026516" y="610564"/>
            <a:ext cx="371323" cy="670859"/>
          </a:xfrm>
          <a:prstGeom xmlns:a="http://schemas.openxmlformats.org/drawingml/2006/main" prst="straightConnector1">
            <a:avLst/>
          </a:prstGeom>
          <a:ln xmlns:a="http://schemas.openxmlformats.org/drawingml/2006/main" w="50800" cap="flat">
            <a:solidFill>
              <a:srgbClr val="B65655"/>
            </a:solidFill>
            <a:prstDash val="solid"/>
            <a:miter/>
            <a:headEnd type="triangle" w="med" len="med"/>
          </a:ln>
        </p:spPr>
      </p:cxnSp>
      <p:sp>
        <p:nvSpPr>
          <p:cNvPr id="175" name="Circle">
            <a:extLst xmlns:a="http://schemas.openxmlformats.org/drawingml/2006/main">
              <a:ext uri="{FF2B5EF4-FFF2-40B4-BE49-F238E27FC236}">
                <a16:creationId xmlns:a16="http://schemas.microsoft.com/office/drawing/2014/main" id="{8AAE4F3B-3287-4F39-BBB8-A1913E601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869230" y="1124135"/>
            <a:ext cx="314574" cy="314574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50800">
            <a:solidFill>
              <a:srgbClr val="000000"/>
            </a:solidFill>
            <a:prstDash val="solid"/>
          </a:ln>
        </p:spPr>
        <p:txBody>
          <a:bodyPr xmlns:a="http://schemas.openxmlformats.org/drawingml/2006/main" wrap="square" lIns="50800" tIns="50800" rIns="50800" bIns="50800" anchor="ctr">
            <a:noAutofit/>
          </a:bodyPr>
          <a:lstStyle xmlns:a="http://schemas.openxmlformats.org/drawingml/2006/main"/>
          <a:p xmlns:a="http://schemas.openxmlformats.org/drawingml/2006/main">
            <a:pPr algn="ctr" defTabSz="825500">
              <a:lnSpc>
                <a:spcPct val="100000"/>
              </a:lnSpc>
              <a:spcBef>
                <a:spcPts val="0"/>
              </a:spcBef>
              <a:buNone/>
              <a:defRPr sz="2700">
                <a:latin typeface="Helvetica Neue Medium"/>
                <a:ea typeface="Helvetica Neue Medium"/>
                <a:cs typeface="Helvetica Neue Medium"/>
              </a:defRPr>
            </a:pPr>
          </a:p>
        </p:txBody>
      </p:sp>
      <p:sp>
        <p:nvSpPr>
          <p:cNvPr id="176" name="Circle">
            <a:extLst xmlns:a="http://schemas.openxmlformats.org/drawingml/2006/main">
              <a:ext uri="{FF2B5EF4-FFF2-40B4-BE49-F238E27FC236}">
                <a16:creationId xmlns:a16="http://schemas.microsoft.com/office/drawing/2014/main" id="{4E802F36-EFA5-4EAA-9A6B-23CBD2394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406973" y="1599767"/>
            <a:ext cx="314574" cy="31457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50800">
            <a:solidFill>
              <a:srgbClr val="000000"/>
            </a:solidFill>
            <a:prstDash val="solid"/>
          </a:ln>
        </p:spPr>
        <p:txBody>
          <a:bodyPr xmlns:a="http://schemas.openxmlformats.org/drawingml/2006/main" wrap="square" lIns="50800" tIns="50800" rIns="50800" bIns="50800" anchor="ctr">
            <a:noAutofit/>
          </a:bodyPr>
          <a:lstStyle xmlns:a="http://schemas.openxmlformats.org/drawingml/2006/main"/>
          <a:p xmlns:a="http://schemas.openxmlformats.org/drawingml/2006/main">
            <a:pPr algn="ctr" defTabSz="825500">
              <a:lnSpc>
                <a:spcPct val="100000"/>
              </a:lnSpc>
              <a:spcBef>
                <a:spcPts val="0"/>
              </a:spcBef>
              <a:buNone/>
              <a:defRPr sz="2700">
                <a:latin typeface="Helvetica Neue Medium"/>
                <a:ea typeface="Helvetica Neue Medium"/>
                <a:cs typeface="Helvetica Neue Medium"/>
              </a:defRPr>
            </a:pPr>
          </a:p>
        </p:txBody>
      </p:sp>
      <p:cxnSp>
        <p:nvCxnSpPr>
          <p:cNvPr id="383" name="Connection Line"/>
          <p:cNvCxnSpPr>
            <a:stCxn xmlns:a="http://schemas.openxmlformats.org/drawingml/2006/main" id="176" idx="0"/>
            <a:endCxn xmlns:a="http://schemas.openxmlformats.org/drawingml/2006/main" id="173" idx="0"/>
          </p:cNvCxnSpPr>
          <p:nvPr/>
        </p:nvCxnSpPr>
        <p:spPr>
          <a:xfrm xmlns:a="http://schemas.openxmlformats.org/drawingml/2006/main" rot="0" flipH="0" flipV="1">
            <a:off x="8564259" y="1145818"/>
            <a:ext cx="407746" cy="611236"/>
          </a:xfrm>
          <a:prstGeom xmlns:a="http://schemas.openxmlformats.org/drawingml/2006/main" prst="straightConnector1">
            <a:avLst/>
          </a:prstGeom>
          <a:ln xmlns:a="http://schemas.openxmlformats.org/drawingml/2006/main" w="50800" cap="flat">
            <a:solidFill>
              <a:srgbClr val="B65655"/>
            </a:solidFill>
            <a:prstDash val="solid"/>
            <a:miter/>
            <a:headEnd type="triangle" w="med" len="med"/>
          </a:ln>
        </p:spPr>
      </p:cxnSp>
      <p:cxnSp>
        <p:nvCxnSpPr>
          <p:cNvPr id="384" name="Connection Line"/>
          <p:cNvCxnSpPr>
            <a:stCxn xmlns:a="http://schemas.openxmlformats.org/drawingml/2006/main" id="176" idx="0"/>
            <a:endCxn xmlns:a="http://schemas.openxmlformats.org/drawingml/2006/main" id="173" idx="0"/>
          </p:cNvCxnSpPr>
          <p:nvPr/>
        </p:nvCxnSpPr>
        <p:spPr>
          <a:xfrm xmlns:a="http://schemas.openxmlformats.org/drawingml/2006/main" rot="0" flipH="0" flipV="1">
            <a:off x="8564259" y="1145818"/>
            <a:ext cx="407746" cy="611236"/>
          </a:xfrm>
          <a:prstGeom xmlns:a="http://schemas.openxmlformats.org/drawingml/2006/main" prst="straightConnector1">
            <a:avLst/>
          </a:prstGeom>
          <a:ln xmlns:a="http://schemas.openxmlformats.org/drawingml/2006/main" w="50800" cap="flat">
            <a:solidFill>
              <a:srgbClr val="5471AB"/>
            </a:solidFill>
            <a:prstDash val="solid"/>
            <a:miter/>
            <a:tailEnd type="triangle" w="med" len="med"/>
          </a:ln>
        </p:spPr>
      </p:cxnSp>
      <p:sp>
        <p:nvSpPr>
          <p:cNvPr id="179" name="Circle">
            <a:extLst xmlns:a="http://schemas.openxmlformats.org/drawingml/2006/main">
              <a:ext uri="{FF2B5EF4-FFF2-40B4-BE49-F238E27FC236}">
                <a16:creationId xmlns:a16="http://schemas.microsoft.com/office/drawing/2014/main" id="{647EFBE3-B4C9-47B4-B7D1-F57AF11A9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180519" y="988531"/>
            <a:ext cx="314574" cy="31457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50800">
            <a:solidFill>
              <a:srgbClr val="000000"/>
            </a:solidFill>
            <a:prstDash val="solid"/>
          </a:ln>
        </p:spPr>
        <p:txBody>
          <a:bodyPr xmlns:a="http://schemas.openxmlformats.org/drawingml/2006/main" wrap="square" lIns="50800" tIns="50800" rIns="50800" bIns="50800" anchor="ctr">
            <a:noAutofit/>
          </a:bodyPr>
          <a:lstStyle xmlns:a="http://schemas.openxmlformats.org/drawingml/2006/main"/>
          <a:p xmlns:a="http://schemas.openxmlformats.org/drawingml/2006/main">
            <a:pPr algn="ctr" defTabSz="825500">
              <a:lnSpc>
                <a:spcPct val="100000"/>
              </a:lnSpc>
              <a:spcBef>
                <a:spcPts val="0"/>
              </a:spcBef>
              <a:buNone/>
              <a:defRPr sz="2700">
                <a:latin typeface="Helvetica Neue Medium"/>
                <a:ea typeface="Helvetica Neue Medium"/>
                <a:cs typeface="Helvetica Neue Medium"/>
              </a:defRPr>
            </a:pPr>
          </a:p>
        </p:txBody>
      </p:sp>
      <p:cxnSp>
        <p:nvCxnSpPr>
          <p:cNvPr id="386" name="Connection Line"/>
          <p:cNvCxnSpPr>
            <a:stCxn xmlns:a="http://schemas.openxmlformats.org/drawingml/2006/main" id="179" idx="0"/>
            <a:endCxn xmlns:a="http://schemas.openxmlformats.org/drawingml/2006/main" id="171" idx="0"/>
          </p:cNvCxnSpPr>
          <p:nvPr/>
        </p:nvCxnSpPr>
        <p:spPr>
          <a:xfrm xmlns:a="http://schemas.openxmlformats.org/drawingml/2006/main" rot="0" flipH="0" flipV="1">
            <a:off x="7337805" y="610564"/>
            <a:ext cx="1060035" cy="535255"/>
          </a:xfrm>
          <a:prstGeom xmlns:a="http://schemas.openxmlformats.org/drawingml/2006/main" prst="straightConnector1">
            <a:avLst/>
          </a:prstGeom>
          <a:ln xmlns:a="http://schemas.openxmlformats.org/drawingml/2006/main" w="50800" cap="flat">
            <a:solidFill>
              <a:srgbClr val="B65655"/>
            </a:solidFill>
            <a:prstDash val="solid"/>
            <a:miter/>
            <a:headEnd type="triangle" w="med" len="med"/>
          </a:ln>
        </p:spPr>
      </p:cxnSp>
      <p:sp>
        <p:nvSpPr>
          <p:cNvPr id="181" name="Circle">
            <a:extLst xmlns:a="http://schemas.openxmlformats.org/drawingml/2006/main">
              <a:ext uri="{FF2B5EF4-FFF2-40B4-BE49-F238E27FC236}">
                <a16:creationId xmlns:a16="http://schemas.microsoft.com/office/drawing/2014/main" id="{C1FD1089-FA7B-4422-B414-0B26B2E28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732763" y="1797553"/>
            <a:ext cx="314574" cy="314574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50800">
            <a:solidFill>
              <a:srgbClr val="000000"/>
            </a:solidFill>
            <a:prstDash val="solid"/>
          </a:ln>
        </p:spPr>
        <p:txBody>
          <a:bodyPr xmlns:a="http://schemas.openxmlformats.org/drawingml/2006/main" wrap="square" lIns="50800" tIns="50800" rIns="50800" bIns="50800" anchor="ctr">
            <a:noAutofit/>
          </a:bodyPr>
          <a:lstStyle xmlns:a="http://schemas.openxmlformats.org/drawingml/2006/main"/>
          <a:p xmlns:a="http://schemas.openxmlformats.org/drawingml/2006/main">
            <a:pPr algn="ctr" defTabSz="825500">
              <a:lnSpc>
                <a:spcPct val="100000"/>
              </a:lnSpc>
              <a:spcBef>
                <a:spcPts val="0"/>
              </a:spcBef>
              <a:buNone/>
              <a:defRPr sz="2700">
                <a:latin typeface="Helvetica Neue Medium"/>
                <a:ea typeface="Helvetica Neue Medium"/>
                <a:cs typeface="Helvetica Neue Medium"/>
              </a:defRPr>
            </a:pPr>
          </a:p>
        </p:txBody>
      </p:sp>
      <p:cxnSp>
        <p:nvCxnSpPr>
          <p:cNvPr id="388" name="Connection Line"/>
          <p:cNvCxnSpPr>
            <a:stCxn xmlns:a="http://schemas.openxmlformats.org/drawingml/2006/main" id="181" idx="0"/>
            <a:endCxn xmlns:a="http://schemas.openxmlformats.org/drawingml/2006/main" id="179" idx="0"/>
          </p:cNvCxnSpPr>
          <p:nvPr/>
        </p:nvCxnSpPr>
        <p:spPr>
          <a:xfrm xmlns:a="http://schemas.openxmlformats.org/drawingml/2006/main" rot="0" flipH="1" flipV="1">
            <a:off x="7337805" y="1145818"/>
            <a:ext cx="552246" cy="809021"/>
          </a:xfrm>
          <a:prstGeom xmlns:a="http://schemas.openxmlformats.org/drawingml/2006/main" prst="straightConnector1">
            <a:avLst/>
          </a:prstGeom>
          <a:ln xmlns:a="http://schemas.openxmlformats.org/drawingml/2006/main" w="50800" cap="flat">
            <a:solidFill>
              <a:srgbClr val="5471AB"/>
            </a:solidFill>
            <a:prstDash val="solid"/>
            <a:miter/>
            <a:headEnd type="triangle" w="med" len="med"/>
          </a:ln>
        </p:spPr>
      </p:cxnSp>
      <p:cxnSp>
        <p:nvCxnSpPr>
          <p:cNvPr id="389" name="Connection Line"/>
          <p:cNvCxnSpPr>
            <a:stCxn xmlns:a="http://schemas.openxmlformats.org/drawingml/2006/main" id="181" idx="0"/>
            <a:endCxn xmlns:a="http://schemas.openxmlformats.org/drawingml/2006/main" id="175" idx="0"/>
          </p:cNvCxnSpPr>
          <p:nvPr/>
        </p:nvCxnSpPr>
        <p:spPr>
          <a:xfrm xmlns:a="http://schemas.openxmlformats.org/drawingml/2006/main" rot="0" flipH="0" flipV="1">
            <a:off x="7890050" y="1281422"/>
            <a:ext cx="136467" cy="673417"/>
          </a:xfrm>
          <a:prstGeom xmlns:a="http://schemas.openxmlformats.org/drawingml/2006/main" prst="straightConnector1">
            <a:avLst/>
          </a:prstGeom>
          <a:ln xmlns:a="http://schemas.openxmlformats.org/drawingml/2006/main" w="50800" cap="flat">
            <a:solidFill>
              <a:srgbClr val="5471AB"/>
            </a:solidFill>
            <a:prstDash val="solid"/>
            <a:miter/>
            <a:headEnd type="triangle" w="med" len="med"/>
          </a:ln>
        </p:spPr>
      </p:cxnSp>
      <p:cxnSp>
        <p:nvCxnSpPr>
          <p:cNvPr id="390" name="Connection Line"/>
          <p:cNvCxnSpPr>
            <a:stCxn xmlns:a="http://schemas.openxmlformats.org/drawingml/2006/main" id="175" idx="0"/>
            <a:endCxn xmlns:a="http://schemas.openxmlformats.org/drawingml/2006/main" id="179" idx="0"/>
          </p:cNvCxnSpPr>
          <p:nvPr/>
        </p:nvCxnSpPr>
        <p:spPr>
          <a:xfrm xmlns:a="http://schemas.openxmlformats.org/drawingml/2006/main" rot="0" flipH="1" flipV="1">
            <a:off x="7337805" y="1145818"/>
            <a:ext cx="688712" cy="135605"/>
          </a:xfrm>
          <a:prstGeom xmlns:a="http://schemas.openxmlformats.org/drawingml/2006/main" prst="straightConnector1">
            <a:avLst/>
          </a:prstGeom>
          <a:ln xmlns:a="http://schemas.openxmlformats.org/drawingml/2006/main" w="50800" cap="flat">
            <a:solidFill>
              <a:srgbClr val="B65655"/>
            </a:solidFill>
            <a:prstDash val="solid"/>
            <a:miter/>
            <a:headEnd type="triangle" w="med" len="med"/>
          </a:ln>
        </p:spPr>
      </p:cxnSp>
      <p:sp>
        <p:nvSpPr>
          <p:cNvPr id="185" name="Circle">
            <a:extLst xmlns:a="http://schemas.openxmlformats.org/drawingml/2006/main">
              <a:ext uri="{FF2B5EF4-FFF2-40B4-BE49-F238E27FC236}">
                <a16:creationId xmlns:a16="http://schemas.microsoft.com/office/drawing/2014/main" id="{7AA3811E-57D7-4350-970A-25114AC21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240552" y="2355752"/>
            <a:ext cx="314575" cy="314574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50800">
            <a:solidFill>
              <a:srgbClr val="000000"/>
            </a:solidFill>
            <a:prstDash val="solid"/>
          </a:ln>
        </p:spPr>
        <p:txBody>
          <a:bodyPr xmlns:a="http://schemas.openxmlformats.org/drawingml/2006/main" wrap="square" lIns="50800" tIns="50800" rIns="50800" bIns="50800" anchor="ctr">
            <a:noAutofit/>
          </a:bodyPr>
          <a:lstStyle xmlns:a="http://schemas.openxmlformats.org/drawingml/2006/main"/>
          <a:p xmlns:a="http://schemas.openxmlformats.org/drawingml/2006/main">
            <a:pPr algn="ctr" defTabSz="825500">
              <a:lnSpc>
                <a:spcPct val="100000"/>
              </a:lnSpc>
              <a:spcBef>
                <a:spcPts val="0"/>
              </a:spcBef>
              <a:buNone/>
              <a:defRPr sz="2700">
                <a:latin typeface="Helvetica Neue Medium"/>
                <a:ea typeface="Helvetica Neue Medium"/>
                <a:cs typeface="Helvetica Neue Medium"/>
              </a:defRPr>
            </a:pPr>
          </a:p>
        </p:txBody>
      </p:sp>
      <p:cxnSp>
        <p:nvCxnSpPr>
          <p:cNvPr id="392" name="Connection Line"/>
          <p:cNvCxnSpPr>
            <a:stCxn xmlns:a="http://schemas.openxmlformats.org/drawingml/2006/main" id="176" idx="0"/>
            <a:endCxn xmlns:a="http://schemas.openxmlformats.org/drawingml/2006/main" id="185" idx="0"/>
          </p:cNvCxnSpPr>
          <p:nvPr/>
        </p:nvCxnSpPr>
        <p:spPr>
          <a:xfrm xmlns:a="http://schemas.openxmlformats.org/drawingml/2006/main" rot="0" flipH="1" flipV="0">
            <a:off x="8397839" y="1757054"/>
            <a:ext cx="166421" cy="755985"/>
          </a:xfrm>
          <a:prstGeom xmlns:a="http://schemas.openxmlformats.org/drawingml/2006/main" prst="straightConnector1">
            <a:avLst/>
          </a:prstGeom>
          <a:ln xmlns:a="http://schemas.openxmlformats.org/drawingml/2006/main" w="50800" cap="flat">
            <a:solidFill>
              <a:srgbClr val="5471AB"/>
            </a:solidFill>
            <a:prstDash val="solid"/>
            <a:miter/>
            <a:tailEnd type="triangle" w="med" len="med"/>
          </a:ln>
        </p:spPr>
      </p:cxnSp>
      <p:cxnSp>
        <p:nvCxnSpPr>
          <p:cNvPr id="393" name="Connection Line"/>
          <p:cNvCxnSpPr>
            <a:stCxn xmlns:a="http://schemas.openxmlformats.org/drawingml/2006/main" id="185" idx="0"/>
            <a:endCxn xmlns:a="http://schemas.openxmlformats.org/drawingml/2006/main" id="181" idx="0"/>
          </p:cNvCxnSpPr>
          <p:nvPr/>
        </p:nvCxnSpPr>
        <p:spPr>
          <a:xfrm xmlns:a="http://schemas.openxmlformats.org/drawingml/2006/main" rot="0" flipH="1" flipV="1">
            <a:off x="7890050" y="1954839"/>
            <a:ext cx="507789" cy="558200"/>
          </a:xfrm>
          <a:prstGeom xmlns:a="http://schemas.openxmlformats.org/drawingml/2006/main" prst="straightConnector1">
            <a:avLst/>
          </a:prstGeom>
          <a:ln xmlns:a="http://schemas.openxmlformats.org/drawingml/2006/main" w="50800" cap="flat">
            <a:solidFill>
              <a:srgbClr val="B65655"/>
            </a:solidFill>
            <a:prstDash val="solid"/>
            <a:miter/>
            <a:headEnd type="triangle" w="med" len="med"/>
          </a:ln>
        </p:spPr>
      </p:cxnSp>
      <p:cxnSp>
        <p:nvCxnSpPr>
          <p:cNvPr id="394" name="Connection Line"/>
          <p:cNvCxnSpPr>
            <a:stCxn xmlns:a="http://schemas.openxmlformats.org/drawingml/2006/main" id="185" idx="0"/>
            <a:endCxn xmlns:a="http://schemas.openxmlformats.org/drawingml/2006/main" id="171" idx="0"/>
          </p:cNvCxnSpPr>
          <p:nvPr/>
        </p:nvCxnSpPr>
        <p:spPr>
          <a:xfrm xmlns:a="http://schemas.openxmlformats.org/drawingml/2006/main" rot="0" flipH="0" flipV="1">
            <a:off x="8397839" y="610564"/>
            <a:ext cx="1" cy="1902475"/>
          </a:xfrm>
          <a:prstGeom xmlns:a="http://schemas.openxmlformats.org/drawingml/2006/main" prst="straightConnector1">
            <a:avLst/>
          </a:prstGeom>
          <a:ln xmlns:a="http://schemas.openxmlformats.org/drawingml/2006/main" w="50800" cap="flat">
            <a:solidFill>
              <a:srgbClr val="5471AB"/>
            </a:solidFill>
            <a:prstDash val="solid"/>
            <a:miter/>
            <a:tailEnd type="triangle" w="med" len="med"/>
          </a:ln>
        </p:spPr>
      </p:cxnSp>
      <p:cxnSp>
        <p:nvCxnSpPr>
          <p:cNvPr id="395" name="Connection Line"/>
          <p:cNvCxnSpPr>
            <a:stCxn xmlns:a="http://schemas.openxmlformats.org/drawingml/2006/main" id="185" idx="0"/>
            <a:endCxn xmlns:a="http://schemas.openxmlformats.org/drawingml/2006/main" id="179" idx="0"/>
          </p:cNvCxnSpPr>
          <p:nvPr/>
        </p:nvCxnSpPr>
        <p:spPr>
          <a:xfrm xmlns:a="http://schemas.openxmlformats.org/drawingml/2006/main" rot="0" flipH="1" flipV="1">
            <a:off x="7337805" y="1145818"/>
            <a:ext cx="1060035" cy="1367221"/>
          </a:xfrm>
          <a:prstGeom xmlns:a="http://schemas.openxmlformats.org/drawingml/2006/main" prst="straightConnector1">
            <a:avLst/>
          </a:prstGeom>
          <a:ln xmlns:a="http://schemas.openxmlformats.org/drawingml/2006/main" w="50800" cap="flat">
            <a:solidFill>
              <a:srgbClr val="5471AB"/>
            </a:solidFill>
            <a:prstDash val="solid"/>
            <a:miter/>
            <a:tailEnd type="triangle" w="med" len="med"/>
          </a:ln>
        </p:spPr>
      </p:cxnSp>
      <p:cxnSp>
        <p:nvCxnSpPr>
          <p:cNvPr id="396" name="Connection Line"/>
          <p:cNvCxnSpPr>
            <a:stCxn xmlns:a="http://schemas.openxmlformats.org/drawingml/2006/main" id="185" idx="0"/>
            <a:endCxn xmlns:a="http://schemas.openxmlformats.org/drawingml/2006/main" id="175" idx="0"/>
          </p:cNvCxnSpPr>
          <p:nvPr/>
        </p:nvCxnSpPr>
        <p:spPr>
          <a:xfrm xmlns:a="http://schemas.openxmlformats.org/drawingml/2006/main" rot="0" flipH="1" flipV="1">
            <a:off x="8026516" y="1281422"/>
            <a:ext cx="371323" cy="1231617"/>
          </a:xfrm>
          <a:prstGeom xmlns:a="http://schemas.openxmlformats.org/drawingml/2006/main" prst="straightConnector1">
            <a:avLst/>
          </a:prstGeom>
          <a:ln xmlns:a="http://schemas.openxmlformats.org/drawingml/2006/main" w="50800" cap="flat">
            <a:solidFill>
              <a:srgbClr val="B65655"/>
            </a:solidFill>
            <a:prstDash val="solid"/>
            <a:miter/>
            <a:headEnd type="triangle" w="med" len="med"/>
          </a:ln>
        </p:spPr>
      </p:cxnSp>
      <p:sp>
        <p:nvSpPr>
          <p:cNvPr id="191" name="Circle">
            <a:extLst xmlns:a="http://schemas.openxmlformats.org/drawingml/2006/main">
              <a:ext uri="{FF2B5EF4-FFF2-40B4-BE49-F238E27FC236}">
                <a16:creationId xmlns:a16="http://schemas.microsoft.com/office/drawing/2014/main" id="{9CFAD028-660C-427F-8307-0D014DAC1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717832" y="1922066"/>
            <a:ext cx="314574" cy="31457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50800">
            <a:solidFill>
              <a:srgbClr val="000000"/>
            </a:solidFill>
            <a:prstDash val="solid"/>
          </a:ln>
        </p:spPr>
        <p:txBody>
          <a:bodyPr xmlns:a="http://schemas.openxmlformats.org/drawingml/2006/main" wrap="square" lIns="50800" tIns="50800" rIns="50800" bIns="50800" anchor="ctr">
            <a:noAutofit/>
          </a:bodyPr>
          <a:lstStyle xmlns:a="http://schemas.openxmlformats.org/drawingml/2006/main"/>
          <a:p xmlns:a="http://schemas.openxmlformats.org/drawingml/2006/main">
            <a:pPr algn="ctr" defTabSz="825500">
              <a:lnSpc>
                <a:spcPct val="100000"/>
              </a:lnSpc>
              <a:spcBef>
                <a:spcPts val="0"/>
              </a:spcBef>
              <a:buNone/>
              <a:defRPr sz="2700">
                <a:latin typeface="Helvetica Neue Medium"/>
                <a:ea typeface="Helvetica Neue Medium"/>
                <a:cs typeface="Helvetica Neue Medium"/>
              </a:defRPr>
            </a:pPr>
          </a:p>
        </p:txBody>
      </p:sp>
      <p:cxnSp>
        <p:nvCxnSpPr>
          <p:cNvPr id="398" name="Connection Line"/>
          <p:cNvCxnSpPr>
            <a:stCxn xmlns:a="http://schemas.openxmlformats.org/drawingml/2006/main" id="191" idx="0"/>
            <a:endCxn xmlns:a="http://schemas.openxmlformats.org/drawingml/2006/main" id="173" idx="0"/>
          </p:cNvCxnSpPr>
          <p:nvPr/>
        </p:nvCxnSpPr>
        <p:spPr>
          <a:xfrm xmlns:a="http://schemas.openxmlformats.org/drawingml/2006/main" rot="0" flipH="0" flipV="1">
            <a:off x="8875118" y="1145818"/>
            <a:ext cx="96887" cy="933535"/>
          </a:xfrm>
          <a:prstGeom xmlns:a="http://schemas.openxmlformats.org/drawingml/2006/main" prst="straightConnector1">
            <a:avLst/>
          </a:prstGeom>
          <a:ln xmlns:a="http://schemas.openxmlformats.org/drawingml/2006/main" w="50800" cap="flat">
            <a:solidFill>
              <a:srgbClr val="B65655"/>
            </a:solidFill>
            <a:prstDash val="solid"/>
            <a:miter/>
            <a:headEnd type="triangle" w="med" len="med"/>
          </a:ln>
        </p:spPr>
      </p:cxnSp>
      <p:cxnSp>
        <p:nvCxnSpPr>
          <p:cNvPr id="399" name="Connection Line"/>
          <p:cNvCxnSpPr>
            <a:stCxn xmlns:a="http://schemas.openxmlformats.org/drawingml/2006/main" id="191" idx="0"/>
            <a:endCxn xmlns:a="http://schemas.openxmlformats.org/drawingml/2006/main" id="185" idx="0"/>
          </p:cNvCxnSpPr>
          <p:nvPr/>
        </p:nvCxnSpPr>
        <p:spPr>
          <a:xfrm xmlns:a="http://schemas.openxmlformats.org/drawingml/2006/main" rot="0" flipH="1" flipV="0">
            <a:off x="8397839" y="2079353"/>
            <a:ext cx="477280" cy="433686"/>
          </a:xfrm>
          <a:prstGeom xmlns:a="http://schemas.openxmlformats.org/drawingml/2006/main" prst="straightConnector1">
            <a:avLst/>
          </a:prstGeom>
          <a:ln xmlns:a="http://schemas.openxmlformats.org/drawingml/2006/main" w="50800" cap="flat">
            <a:solidFill>
              <a:srgbClr val="5471AB"/>
            </a:solidFill>
            <a:prstDash val="solid"/>
            <a:miter/>
            <a:tailEnd type="triangle" w="med" len="med"/>
          </a:ln>
        </p:spPr>
      </p:cxnSp>
      <p:sp>
        <p:nvSpPr>
          <p:cNvPr id="194" name="Circle">
            <a:extLst xmlns:a="http://schemas.openxmlformats.org/drawingml/2006/main">
              <a:ext uri="{FF2B5EF4-FFF2-40B4-BE49-F238E27FC236}">
                <a16:creationId xmlns:a16="http://schemas.microsoft.com/office/drawing/2014/main" id="{753C5AA8-688F-42CA-824E-5DF2E651A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252324" y="2355752"/>
            <a:ext cx="314574" cy="314574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50800">
            <a:solidFill>
              <a:srgbClr val="000000"/>
            </a:solidFill>
            <a:prstDash val="solid"/>
          </a:ln>
        </p:spPr>
        <p:txBody>
          <a:bodyPr xmlns:a="http://schemas.openxmlformats.org/drawingml/2006/main" wrap="square" lIns="50800" tIns="50800" rIns="50800" bIns="50800" anchor="ctr">
            <a:noAutofit/>
          </a:bodyPr>
          <a:lstStyle xmlns:a="http://schemas.openxmlformats.org/drawingml/2006/main"/>
          <a:p xmlns:a="http://schemas.openxmlformats.org/drawingml/2006/main">
            <a:pPr algn="ctr" defTabSz="825500">
              <a:lnSpc>
                <a:spcPct val="100000"/>
              </a:lnSpc>
              <a:spcBef>
                <a:spcPts val="0"/>
              </a:spcBef>
              <a:buNone/>
              <a:defRPr sz="2700">
                <a:latin typeface="Helvetica Neue Medium"/>
                <a:ea typeface="Helvetica Neue Medium"/>
                <a:cs typeface="Helvetica Neue Medium"/>
              </a:defRPr>
            </a:pPr>
          </a:p>
        </p:txBody>
      </p:sp>
      <p:cxnSp>
        <p:nvCxnSpPr>
          <p:cNvPr id="401" name="Connection Line"/>
          <p:cNvCxnSpPr>
            <a:stCxn xmlns:a="http://schemas.openxmlformats.org/drawingml/2006/main" id="194" idx="0"/>
            <a:endCxn xmlns:a="http://schemas.openxmlformats.org/drawingml/2006/main" id="181" idx="0"/>
          </p:cNvCxnSpPr>
          <p:nvPr/>
        </p:nvCxnSpPr>
        <p:spPr>
          <a:xfrm xmlns:a="http://schemas.openxmlformats.org/drawingml/2006/main" rot="0" flipH="0" flipV="1">
            <a:off x="7409611" y="1954839"/>
            <a:ext cx="480440" cy="558200"/>
          </a:xfrm>
          <a:prstGeom xmlns:a="http://schemas.openxmlformats.org/drawingml/2006/main" prst="straightConnector1">
            <a:avLst/>
          </a:prstGeom>
          <a:ln xmlns:a="http://schemas.openxmlformats.org/drawingml/2006/main" w="50800" cap="flat">
            <a:solidFill>
              <a:srgbClr val="5471AB"/>
            </a:solidFill>
            <a:prstDash val="solid"/>
            <a:miter/>
            <a:headEnd type="triangle" w="med" len="med"/>
          </a:ln>
        </p:spPr>
      </p:cxnSp>
      <p:cxnSp>
        <p:nvCxnSpPr>
          <p:cNvPr id="402" name="Connection Line"/>
          <p:cNvCxnSpPr>
            <a:stCxn xmlns:a="http://schemas.openxmlformats.org/drawingml/2006/main" id="194" idx="0"/>
            <a:endCxn xmlns:a="http://schemas.openxmlformats.org/drawingml/2006/main" id="179" idx="0"/>
          </p:cNvCxnSpPr>
          <p:nvPr/>
        </p:nvCxnSpPr>
        <p:spPr>
          <a:xfrm xmlns:a="http://schemas.openxmlformats.org/drawingml/2006/main" rot="0" flipH="1" flipV="1">
            <a:off x="7337805" y="1145818"/>
            <a:ext cx="71807" cy="1367221"/>
          </a:xfrm>
          <a:prstGeom xmlns:a="http://schemas.openxmlformats.org/drawingml/2006/main" prst="straightConnector1">
            <a:avLst/>
          </a:prstGeom>
          <a:ln xmlns:a="http://schemas.openxmlformats.org/drawingml/2006/main" w="50800" cap="flat">
            <a:solidFill>
              <a:srgbClr val="B65655"/>
            </a:solidFill>
            <a:prstDash val="solid"/>
            <a:miter/>
            <a:headEnd type="triangle" w="med" len="med"/>
          </a:ln>
        </p:spPr>
      </p:cxnSp>
      <p:cxnSp>
        <p:nvCxnSpPr>
          <p:cNvPr id="403" name="Connection Line"/>
          <p:cNvCxnSpPr>
            <a:stCxn xmlns:a="http://schemas.openxmlformats.org/drawingml/2006/main" id="194" idx="0"/>
            <a:endCxn xmlns:a="http://schemas.openxmlformats.org/drawingml/2006/main" id="185" idx="0"/>
          </p:cNvCxnSpPr>
          <p:nvPr/>
        </p:nvCxnSpPr>
        <p:spPr>
          <a:xfrm xmlns:a="http://schemas.openxmlformats.org/drawingml/2006/main" rot="0" flipH="0" flipV="0">
            <a:off x="7409611" y="2513038"/>
            <a:ext cx="988229" cy="1"/>
          </a:xfrm>
          <a:prstGeom xmlns:a="http://schemas.openxmlformats.org/drawingml/2006/main" prst="straightConnector1">
            <a:avLst/>
          </a:prstGeom>
          <a:ln xmlns:a="http://schemas.openxmlformats.org/drawingml/2006/main" w="50800" cap="flat">
            <a:solidFill>
              <a:srgbClr val="5471AB"/>
            </a:solidFill>
            <a:prstDash val="solid"/>
            <a:miter/>
            <a:headEnd type="triangle" w="med" len="med"/>
          </a:ln>
        </p:spPr>
      </p:cxnSp>
      <p:cxnSp>
        <p:nvCxnSpPr>
          <p:cNvPr id="404" name="Connection Line"/>
          <p:cNvCxnSpPr>
            <a:stCxn xmlns:a="http://schemas.openxmlformats.org/drawingml/2006/main" id="194" idx="0"/>
            <a:endCxn xmlns:a="http://schemas.openxmlformats.org/drawingml/2006/main" id="171" idx="0"/>
          </p:cNvCxnSpPr>
          <p:nvPr/>
        </p:nvCxnSpPr>
        <p:spPr>
          <a:xfrm xmlns:a="http://schemas.openxmlformats.org/drawingml/2006/main" rot="0" flipH="0" flipV="1">
            <a:off x="7409611" y="610564"/>
            <a:ext cx="988229" cy="1902475"/>
          </a:xfrm>
          <a:prstGeom xmlns:a="http://schemas.openxmlformats.org/drawingml/2006/main" prst="straightConnector1">
            <a:avLst/>
          </a:prstGeom>
          <a:ln xmlns:a="http://schemas.openxmlformats.org/drawingml/2006/main" w="50800" cap="flat">
            <a:solidFill>
              <a:srgbClr val="B65655"/>
            </a:solidFill>
            <a:prstDash val="solid"/>
            <a:miter/>
            <a:headEnd type="triangle" w="med" len="med"/>
          </a:ln>
        </p:spPr>
      </p:cxnSp>
      <p:cxnSp>
        <p:nvCxnSpPr>
          <p:cNvPr id="405" name="Connection Line"/>
          <p:cNvCxnSpPr>
            <a:stCxn xmlns:a="http://schemas.openxmlformats.org/drawingml/2006/main" id="181" idx="0"/>
            <a:endCxn xmlns:a="http://schemas.openxmlformats.org/drawingml/2006/main" id="171" idx="0"/>
          </p:cNvCxnSpPr>
          <p:nvPr/>
        </p:nvCxnSpPr>
        <p:spPr>
          <a:xfrm xmlns:a="http://schemas.openxmlformats.org/drawingml/2006/main" rot="0" flipH="0" flipV="1">
            <a:off x="7890050" y="610564"/>
            <a:ext cx="507789" cy="1344276"/>
          </a:xfrm>
          <a:prstGeom xmlns:a="http://schemas.openxmlformats.org/drawingml/2006/main" prst="straightConnector1">
            <a:avLst/>
          </a:prstGeom>
          <a:ln xmlns:a="http://schemas.openxmlformats.org/drawingml/2006/main" w="50800" cap="flat">
            <a:solidFill>
              <a:srgbClr val="5471AB"/>
            </a:solidFill>
            <a:prstDash val="solid"/>
            <a:miter/>
            <a:headEnd type="triangle" w="med" len="med"/>
          </a:ln>
        </p:spPr>
      </p:cxnSp>
      <p:cxnSp>
        <p:nvCxnSpPr>
          <p:cNvPr id="406" name="Connection Line"/>
          <p:cNvCxnSpPr>
            <a:stCxn xmlns:a="http://schemas.openxmlformats.org/drawingml/2006/main" id="185" idx="0"/>
            <a:endCxn xmlns:a="http://schemas.openxmlformats.org/drawingml/2006/main" id="171" idx="0"/>
          </p:cNvCxnSpPr>
          <p:nvPr/>
        </p:nvCxnSpPr>
        <p:spPr>
          <a:xfrm xmlns:a="http://schemas.openxmlformats.org/drawingml/2006/main" rot="0" flipH="0" flipV="1">
            <a:off x="8397839" y="610564"/>
            <a:ext cx="1" cy="1902475"/>
          </a:xfrm>
          <a:prstGeom xmlns:a="http://schemas.openxmlformats.org/drawingml/2006/main" prst="straightConnector1">
            <a:avLst/>
          </a:prstGeom>
          <a:ln xmlns:a="http://schemas.openxmlformats.org/drawingml/2006/main" w="50800" cap="flat">
            <a:solidFill>
              <a:srgbClr val="B65655"/>
            </a:solidFill>
            <a:prstDash val="solid"/>
            <a:miter/>
            <a:headEnd type="triangle" w="med" len="med"/>
          </a:ln>
        </p:spPr>
      </p:cxnSp>
      <p:cxnSp>
        <p:nvCxnSpPr>
          <p:cNvPr id="407" name="Connection Line"/>
          <p:cNvCxnSpPr>
            <a:stCxn xmlns:a="http://schemas.openxmlformats.org/drawingml/2006/main" id="176" idx="0"/>
            <a:endCxn xmlns:a="http://schemas.openxmlformats.org/drawingml/2006/main" id="171" idx="0"/>
          </p:cNvCxnSpPr>
          <p:nvPr/>
        </p:nvCxnSpPr>
        <p:spPr>
          <a:xfrm xmlns:a="http://schemas.openxmlformats.org/drawingml/2006/main" rot="0" flipH="1" flipV="1">
            <a:off x="8397839" y="610564"/>
            <a:ext cx="166421" cy="1146491"/>
          </a:xfrm>
          <a:prstGeom xmlns:a="http://schemas.openxmlformats.org/drawingml/2006/main" prst="straightConnector1">
            <a:avLst/>
          </a:prstGeom>
          <a:ln xmlns:a="http://schemas.openxmlformats.org/drawingml/2006/main" w="50800" cap="flat">
            <a:solidFill>
              <a:srgbClr val="5471AB"/>
            </a:solidFill>
            <a:prstDash val="solid"/>
            <a:miter/>
            <a:headEnd type="triangle" w="med" len="med"/>
          </a:ln>
        </p:spPr>
      </p:cxnSp>
      <p:cxnSp>
        <p:nvCxnSpPr>
          <p:cNvPr id="408" name="Connection Line"/>
          <p:cNvCxnSpPr>
            <a:stCxn xmlns:a="http://schemas.openxmlformats.org/drawingml/2006/main" id="191" idx="0"/>
            <a:endCxn xmlns:a="http://schemas.openxmlformats.org/drawingml/2006/main" id="171" idx="0"/>
          </p:cNvCxnSpPr>
          <p:nvPr/>
        </p:nvCxnSpPr>
        <p:spPr>
          <a:xfrm xmlns:a="http://schemas.openxmlformats.org/drawingml/2006/main" rot="0" flipH="1" flipV="1">
            <a:off x="8397839" y="610564"/>
            <a:ext cx="477280" cy="1468790"/>
          </a:xfrm>
          <a:prstGeom xmlns:a="http://schemas.openxmlformats.org/drawingml/2006/main" prst="straightConnector1">
            <a:avLst/>
          </a:prstGeom>
          <a:ln xmlns:a="http://schemas.openxmlformats.org/drawingml/2006/main" w="50800" cap="flat">
            <a:solidFill>
              <a:srgbClr val="5471AB"/>
            </a:solidFill>
            <a:prstDash val="solid"/>
            <a:miter/>
            <a:headEnd type="triangle" w="med" len="med"/>
          </a:ln>
        </p:spPr>
      </p:cxnSp>
      <p:cxnSp>
        <p:nvCxnSpPr>
          <p:cNvPr id="409" name="Connection Line"/>
          <p:cNvCxnSpPr>
            <a:stCxn xmlns:a="http://schemas.openxmlformats.org/drawingml/2006/main" id="179" idx="0"/>
            <a:endCxn xmlns:a="http://schemas.openxmlformats.org/drawingml/2006/main" id="171" idx="0"/>
          </p:cNvCxnSpPr>
          <p:nvPr/>
        </p:nvCxnSpPr>
        <p:spPr>
          <a:xfrm xmlns:a="http://schemas.openxmlformats.org/drawingml/2006/main" rot="0" flipH="0" flipV="1">
            <a:off x="7337805" y="610564"/>
            <a:ext cx="1060035" cy="535255"/>
          </a:xfrm>
          <a:prstGeom xmlns:a="http://schemas.openxmlformats.org/drawingml/2006/main" prst="straightConnector1">
            <a:avLst/>
          </a:prstGeom>
          <a:ln xmlns:a="http://schemas.openxmlformats.org/drawingml/2006/main" w="50800" cap="flat">
            <a:solidFill>
              <a:srgbClr val="5471AB"/>
            </a:solidFill>
            <a:prstDash val="solid"/>
            <a:miter/>
            <a:tailEnd type="triangle" w="med" len="med"/>
          </a:ln>
        </p:spPr>
      </p:cxnSp>
      <p:cxnSp>
        <p:nvCxnSpPr>
          <p:cNvPr id="410" name="Connection Line"/>
          <p:cNvCxnSpPr>
            <a:stCxn xmlns:a="http://schemas.openxmlformats.org/drawingml/2006/main" id="179" idx="0"/>
            <a:endCxn xmlns:a="http://schemas.openxmlformats.org/drawingml/2006/main" id="185" idx="0"/>
          </p:cNvCxnSpPr>
          <p:nvPr/>
        </p:nvCxnSpPr>
        <p:spPr>
          <a:xfrm xmlns:a="http://schemas.openxmlformats.org/drawingml/2006/main" rot="0" flipH="0" flipV="0">
            <a:off x="7337805" y="1145818"/>
            <a:ext cx="1060035" cy="1367221"/>
          </a:xfrm>
          <a:prstGeom xmlns:a="http://schemas.openxmlformats.org/drawingml/2006/main" prst="straightConnector1">
            <a:avLst/>
          </a:prstGeom>
          <a:ln xmlns:a="http://schemas.openxmlformats.org/drawingml/2006/main" w="50800" cap="flat">
            <a:solidFill>
              <a:srgbClr val="5471AB"/>
            </a:solidFill>
            <a:prstDash val="solid"/>
            <a:miter/>
            <a:tailEnd type="triangle" w="med" len="med"/>
          </a:ln>
        </p:spPr>
      </p:cxnSp>
      <p:cxnSp>
        <p:nvCxnSpPr>
          <p:cNvPr id="411" name="Connection Line"/>
          <p:cNvCxnSpPr>
            <a:stCxn xmlns:a="http://schemas.openxmlformats.org/drawingml/2006/main" id="179" idx="0"/>
            <a:endCxn xmlns:a="http://schemas.openxmlformats.org/drawingml/2006/main" id="176" idx="0"/>
          </p:cNvCxnSpPr>
          <p:nvPr/>
        </p:nvCxnSpPr>
        <p:spPr>
          <a:xfrm xmlns:a="http://schemas.openxmlformats.org/drawingml/2006/main" rot="0" flipH="0" flipV="0">
            <a:off x="7337805" y="1145818"/>
            <a:ext cx="1226455" cy="611236"/>
          </a:xfrm>
          <a:prstGeom xmlns:a="http://schemas.openxmlformats.org/drawingml/2006/main" prst="straightConnector1">
            <a:avLst/>
          </a:prstGeom>
          <a:ln xmlns:a="http://schemas.openxmlformats.org/drawingml/2006/main" w="50800" cap="flat">
            <a:solidFill>
              <a:srgbClr val="5471AB"/>
            </a:solidFill>
            <a:prstDash val="solid"/>
            <a:miter/>
            <a:tailEnd type="triangle" w="med" len="med"/>
          </a:ln>
        </p:spPr>
      </p:cxnSp>
      <p:cxnSp>
        <p:nvCxnSpPr>
          <p:cNvPr id="412" name="Connection Line"/>
          <p:cNvCxnSpPr>
            <a:stCxn xmlns:a="http://schemas.openxmlformats.org/drawingml/2006/main" id="179" idx="0"/>
            <a:endCxn xmlns:a="http://schemas.openxmlformats.org/drawingml/2006/main" id="173" idx="0"/>
          </p:cNvCxnSpPr>
          <p:nvPr/>
        </p:nvCxnSpPr>
        <p:spPr>
          <a:xfrm xmlns:a="http://schemas.openxmlformats.org/drawingml/2006/main" rot="0" flipH="0" flipV="0">
            <a:off x="7337805" y="1145818"/>
            <a:ext cx="1634200" cy="1"/>
          </a:xfrm>
          <a:prstGeom xmlns:a="http://schemas.openxmlformats.org/drawingml/2006/main" prst="straightConnector1">
            <a:avLst/>
          </a:prstGeom>
          <a:ln xmlns:a="http://schemas.openxmlformats.org/drawingml/2006/main" w="50800" cap="flat">
            <a:solidFill>
              <a:srgbClr val="5471AB"/>
            </a:solidFill>
            <a:prstDash val="solid"/>
            <a:miter/>
            <a:tailEnd type="triangle" w="med" len="med"/>
          </a:ln>
        </p:spPr>
      </p:cxnSp>
      <p:cxnSp>
        <p:nvCxnSpPr>
          <p:cNvPr id="413" name="Connection Line"/>
          <p:cNvCxnSpPr>
            <a:stCxn xmlns:a="http://schemas.openxmlformats.org/drawingml/2006/main" id="179" idx="0"/>
            <a:endCxn xmlns:a="http://schemas.openxmlformats.org/drawingml/2006/main" id="191" idx="0"/>
          </p:cNvCxnSpPr>
          <p:nvPr/>
        </p:nvCxnSpPr>
        <p:spPr>
          <a:xfrm xmlns:a="http://schemas.openxmlformats.org/drawingml/2006/main" rot="0" flipH="0" flipV="0">
            <a:off x="7337805" y="1145818"/>
            <a:ext cx="1537314" cy="933535"/>
          </a:xfrm>
          <a:prstGeom xmlns:a="http://schemas.openxmlformats.org/drawingml/2006/main" prst="straightConnector1">
            <a:avLst/>
          </a:prstGeom>
          <a:ln xmlns:a="http://schemas.openxmlformats.org/drawingml/2006/main" w="50800" cap="flat">
            <a:solidFill>
              <a:srgbClr val="B65655"/>
            </a:solidFill>
            <a:prstDash val="solid"/>
            <a:miter/>
            <a:tailEnd type="triangle" w="med" len="med"/>
          </a:ln>
        </p:spPr>
      </p:cxnSp>
      <p:cxnSp>
        <p:nvCxnSpPr>
          <p:cNvPr id="414" name="Connection Line"/>
          <p:cNvCxnSpPr>
            <a:stCxn xmlns:a="http://schemas.openxmlformats.org/drawingml/2006/main" id="181" idx="0"/>
            <a:endCxn xmlns:a="http://schemas.openxmlformats.org/drawingml/2006/main" id="171" idx="0"/>
          </p:cNvCxnSpPr>
          <p:nvPr/>
        </p:nvCxnSpPr>
        <p:spPr>
          <a:xfrm xmlns:a="http://schemas.openxmlformats.org/drawingml/2006/main" rot="0" flipH="0" flipV="1">
            <a:off x="7890050" y="610564"/>
            <a:ext cx="507789" cy="1344276"/>
          </a:xfrm>
          <a:prstGeom xmlns:a="http://schemas.openxmlformats.org/drawingml/2006/main" prst="straightConnector1">
            <a:avLst/>
          </a:prstGeom>
          <a:ln xmlns:a="http://schemas.openxmlformats.org/drawingml/2006/main" w="50800" cap="flat">
            <a:solidFill>
              <a:srgbClr val="5471AB"/>
            </a:solidFill>
            <a:prstDash val="solid"/>
            <a:miter/>
            <a:tailEnd type="triangle" w="med" len="med"/>
          </a:ln>
        </p:spPr>
      </p:cxnSp>
      <p:cxnSp>
        <p:nvCxnSpPr>
          <p:cNvPr id="415" name="Connection Line"/>
          <p:cNvCxnSpPr>
            <a:stCxn xmlns:a="http://schemas.openxmlformats.org/drawingml/2006/main" id="181" idx="0"/>
            <a:endCxn xmlns:a="http://schemas.openxmlformats.org/drawingml/2006/main" id="179" idx="0"/>
          </p:cNvCxnSpPr>
          <p:nvPr/>
        </p:nvCxnSpPr>
        <p:spPr>
          <a:xfrm xmlns:a="http://schemas.openxmlformats.org/drawingml/2006/main" rot="0" flipH="1" flipV="1">
            <a:off x="7337805" y="1145818"/>
            <a:ext cx="552246" cy="809021"/>
          </a:xfrm>
          <a:prstGeom xmlns:a="http://schemas.openxmlformats.org/drawingml/2006/main" prst="straightConnector1">
            <a:avLst/>
          </a:prstGeom>
          <a:ln xmlns:a="http://schemas.openxmlformats.org/drawingml/2006/main" w="50800" cap="flat">
            <a:solidFill>
              <a:srgbClr val="5471AB"/>
            </a:solidFill>
            <a:prstDash val="solid"/>
            <a:miter/>
            <a:tailEnd type="triangle" w="med" len="med"/>
          </a:ln>
        </p:spPr>
      </p:cxnSp>
      <p:cxnSp>
        <p:nvCxnSpPr>
          <p:cNvPr id="416" name="Connection Line"/>
          <p:cNvCxnSpPr>
            <a:stCxn xmlns:a="http://schemas.openxmlformats.org/drawingml/2006/main" id="175" idx="0"/>
            <a:endCxn xmlns:a="http://schemas.openxmlformats.org/drawingml/2006/main" id="171" idx="0"/>
          </p:cNvCxnSpPr>
          <p:nvPr/>
        </p:nvCxnSpPr>
        <p:spPr>
          <a:xfrm xmlns:a="http://schemas.openxmlformats.org/drawingml/2006/main" rot="0" flipH="0" flipV="1">
            <a:off x="8026516" y="610564"/>
            <a:ext cx="371323" cy="670859"/>
          </a:xfrm>
          <a:prstGeom xmlns:a="http://schemas.openxmlformats.org/drawingml/2006/main" prst="straightConnector1">
            <a:avLst/>
          </a:prstGeom>
          <a:ln xmlns:a="http://schemas.openxmlformats.org/drawingml/2006/main" w="50800" cap="flat">
            <a:solidFill>
              <a:srgbClr val="5471AB"/>
            </a:solidFill>
            <a:prstDash val="solid"/>
            <a:miter/>
            <a:tailEnd type="triangle" w="med" len="med"/>
          </a:ln>
        </p:spPr>
      </p:cxnSp>
      <p:cxnSp>
        <p:nvCxnSpPr>
          <p:cNvPr id="417" name="Connection Line"/>
          <p:cNvCxnSpPr>
            <a:stCxn xmlns:a="http://schemas.openxmlformats.org/drawingml/2006/main" id="173" idx="0"/>
            <a:endCxn xmlns:a="http://schemas.openxmlformats.org/drawingml/2006/main" id="175" idx="0"/>
          </p:cNvCxnSpPr>
          <p:nvPr/>
        </p:nvCxnSpPr>
        <p:spPr>
          <a:xfrm xmlns:a="http://schemas.openxmlformats.org/drawingml/2006/main" rot="0" flipH="1" flipV="0">
            <a:off x="8026516" y="1145818"/>
            <a:ext cx="945488" cy="135605"/>
          </a:xfrm>
          <a:prstGeom xmlns:a="http://schemas.openxmlformats.org/drawingml/2006/main" prst="straightConnector1">
            <a:avLst/>
          </a:prstGeom>
          <a:ln xmlns:a="http://schemas.openxmlformats.org/drawingml/2006/main" w="50800" cap="flat">
            <a:solidFill>
              <a:srgbClr val="B65655"/>
            </a:solidFill>
            <a:prstDash val="solid"/>
            <a:miter/>
            <a:headEnd type="triangle" w="med" len="med"/>
          </a:ln>
        </p:spPr>
      </p:cxnSp>
      <p:cxnSp>
        <p:nvCxnSpPr>
          <p:cNvPr id="418" name="Connection Line"/>
          <p:cNvCxnSpPr>
            <a:stCxn xmlns:a="http://schemas.openxmlformats.org/drawingml/2006/main" id="176" idx="0"/>
            <a:endCxn xmlns:a="http://schemas.openxmlformats.org/drawingml/2006/main" id="175" idx="0"/>
          </p:cNvCxnSpPr>
          <p:nvPr/>
        </p:nvCxnSpPr>
        <p:spPr>
          <a:xfrm xmlns:a="http://schemas.openxmlformats.org/drawingml/2006/main" rot="0" flipH="1" flipV="1">
            <a:off x="8026516" y="1281422"/>
            <a:ext cx="537743" cy="475632"/>
          </a:xfrm>
          <a:prstGeom xmlns:a="http://schemas.openxmlformats.org/drawingml/2006/main" prst="straightConnector1">
            <a:avLst/>
          </a:prstGeom>
          <a:ln xmlns:a="http://schemas.openxmlformats.org/drawingml/2006/main" w="50800" cap="flat">
            <a:solidFill>
              <a:srgbClr val="B65655"/>
            </a:solidFill>
            <a:prstDash val="solid"/>
            <a:miter/>
            <a:headEnd type="triangle" w="med" len="med"/>
          </a:ln>
        </p:spPr>
      </p:cxnSp>
      <p:cxnSp>
        <p:nvCxnSpPr>
          <p:cNvPr id="419" name="Connection Line"/>
          <p:cNvCxnSpPr>
            <a:stCxn xmlns:a="http://schemas.openxmlformats.org/drawingml/2006/main" id="191" idx="0"/>
            <a:endCxn xmlns:a="http://schemas.openxmlformats.org/drawingml/2006/main" id="175" idx="0"/>
          </p:cNvCxnSpPr>
          <p:nvPr/>
        </p:nvCxnSpPr>
        <p:spPr>
          <a:xfrm xmlns:a="http://schemas.openxmlformats.org/drawingml/2006/main" rot="0" flipH="1" flipV="1">
            <a:off x="8026516" y="1281422"/>
            <a:ext cx="848602" cy="797931"/>
          </a:xfrm>
          <a:prstGeom xmlns:a="http://schemas.openxmlformats.org/drawingml/2006/main" prst="straightConnector1">
            <a:avLst/>
          </a:prstGeom>
          <a:ln xmlns:a="http://schemas.openxmlformats.org/drawingml/2006/main" w="50800" cap="flat">
            <a:solidFill>
              <a:srgbClr val="B65655"/>
            </a:solidFill>
            <a:prstDash val="solid"/>
            <a:miter/>
            <a:headEnd type="triangle" w="med" len="med"/>
          </a:ln>
        </p:spPr>
      </p:cxnSp>
      <p:cxnSp>
        <p:nvCxnSpPr>
          <p:cNvPr id="420" name="Connection Line"/>
          <p:cNvCxnSpPr>
            <a:stCxn xmlns:a="http://schemas.openxmlformats.org/drawingml/2006/main" id="175" idx="0"/>
            <a:endCxn xmlns:a="http://schemas.openxmlformats.org/drawingml/2006/main" id="179" idx="0"/>
          </p:cNvCxnSpPr>
          <p:nvPr/>
        </p:nvCxnSpPr>
        <p:spPr>
          <a:xfrm xmlns:a="http://schemas.openxmlformats.org/drawingml/2006/main" rot="0" flipH="1" flipV="1">
            <a:off x="7337805" y="1145818"/>
            <a:ext cx="688712" cy="135605"/>
          </a:xfrm>
          <a:prstGeom xmlns:a="http://schemas.openxmlformats.org/drawingml/2006/main" prst="straightConnector1">
            <a:avLst/>
          </a:prstGeom>
          <a:ln xmlns:a="http://schemas.openxmlformats.org/drawingml/2006/main" w="50800" cap="flat">
            <a:solidFill>
              <a:srgbClr val="5471AB"/>
            </a:solidFill>
            <a:prstDash val="solid"/>
            <a:miter/>
            <a:tailEnd type="triangle" w="med" len="med"/>
          </a:ln>
        </p:spPr>
      </p:cxnSp>
      <p:cxnSp>
        <p:nvCxnSpPr>
          <p:cNvPr id="421" name="Connection Line"/>
          <p:cNvCxnSpPr>
            <a:stCxn xmlns:a="http://schemas.openxmlformats.org/drawingml/2006/main" id="181" idx="0"/>
            <a:endCxn xmlns:a="http://schemas.openxmlformats.org/drawingml/2006/main" id="175" idx="0"/>
          </p:cNvCxnSpPr>
          <p:nvPr/>
        </p:nvCxnSpPr>
        <p:spPr>
          <a:xfrm xmlns:a="http://schemas.openxmlformats.org/drawingml/2006/main" rot="0" flipH="0" flipV="1">
            <a:off x="7890050" y="1281422"/>
            <a:ext cx="136467" cy="673417"/>
          </a:xfrm>
          <a:prstGeom xmlns:a="http://schemas.openxmlformats.org/drawingml/2006/main" prst="straightConnector1">
            <a:avLst/>
          </a:prstGeom>
          <a:ln xmlns:a="http://schemas.openxmlformats.org/drawingml/2006/main" w="50800" cap="flat">
            <a:solidFill>
              <a:srgbClr val="5471AB"/>
            </a:solidFill>
            <a:prstDash val="solid"/>
            <a:miter/>
            <a:tailEnd type="triangle" w="med" len="med"/>
          </a:ln>
        </p:spPr>
      </p:cxnSp>
      <p:cxnSp>
        <p:nvCxnSpPr>
          <p:cNvPr id="422" name="Connection Line"/>
          <p:cNvCxnSpPr>
            <a:stCxn xmlns:a="http://schemas.openxmlformats.org/drawingml/2006/main" id="181" idx="0"/>
            <a:endCxn xmlns:a="http://schemas.openxmlformats.org/drawingml/2006/main" id="173" idx="0"/>
          </p:cNvCxnSpPr>
          <p:nvPr/>
        </p:nvCxnSpPr>
        <p:spPr>
          <a:xfrm xmlns:a="http://schemas.openxmlformats.org/drawingml/2006/main" rot="0" flipH="0" flipV="1">
            <a:off x="7890050" y="1145818"/>
            <a:ext cx="1081955" cy="809021"/>
          </a:xfrm>
          <a:prstGeom xmlns:a="http://schemas.openxmlformats.org/drawingml/2006/main" prst="straightConnector1">
            <a:avLst/>
          </a:prstGeom>
          <a:ln xmlns:a="http://schemas.openxmlformats.org/drawingml/2006/main" w="50800" cap="flat">
            <a:solidFill>
              <a:srgbClr val="B65655"/>
            </a:solidFill>
            <a:prstDash val="solid"/>
            <a:miter/>
            <a:tailEnd type="triangle" w="med" len="med"/>
          </a:ln>
        </p:spPr>
      </p:cxnSp>
      <p:cxnSp>
        <p:nvCxnSpPr>
          <p:cNvPr id="423" name="Connection Line"/>
          <p:cNvCxnSpPr>
            <a:stCxn xmlns:a="http://schemas.openxmlformats.org/drawingml/2006/main" id="181" idx="0"/>
            <a:endCxn xmlns:a="http://schemas.openxmlformats.org/drawingml/2006/main" id="176" idx="0"/>
          </p:cNvCxnSpPr>
          <p:nvPr/>
        </p:nvCxnSpPr>
        <p:spPr>
          <a:xfrm xmlns:a="http://schemas.openxmlformats.org/drawingml/2006/main" rot="0" flipH="0" flipV="1">
            <a:off x="7890050" y="1757054"/>
            <a:ext cx="674209" cy="197786"/>
          </a:xfrm>
          <a:prstGeom xmlns:a="http://schemas.openxmlformats.org/drawingml/2006/main" prst="straightConnector1">
            <a:avLst/>
          </a:prstGeom>
          <a:ln xmlns:a="http://schemas.openxmlformats.org/drawingml/2006/main" w="50800" cap="flat">
            <a:solidFill>
              <a:srgbClr val="B65655"/>
            </a:solidFill>
            <a:prstDash val="solid"/>
            <a:miter/>
            <a:tailEnd type="triangle" w="med" len="med"/>
          </a:ln>
        </p:spPr>
      </p:cxnSp>
      <p:cxnSp>
        <p:nvCxnSpPr>
          <p:cNvPr id="424" name="Connection Line"/>
          <p:cNvCxnSpPr>
            <a:stCxn xmlns:a="http://schemas.openxmlformats.org/drawingml/2006/main" id="181" idx="0"/>
            <a:endCxn xmlns:a="http://schemas.openxmlformats.org/drawingml/2006/main" id="191" idx="0"/>
          </p:cNvCxnSpPr>
          <p:nvPr/>
        </p:nvCxnSpPr>
        <p:spPr>
          <a:xfrm xmlns:a="http://schemas.openxmlformats.org/drawingml/2006/main" rot="0" flipH="0" flipV="0">
            <a:off x="7890050" y="1954839"/>
            <a:ext cx="985069" cy="124515"/>
          </a:xfrm>
          <a:prstGeom xmlns:a="http://schemas.openxmlformats.org/drawingml/2006/main" prst="straightConnector1">
            <a:avLst/>
          </a:prstGeom>
          <a:ln xmlns:a="http://schemas.openxmlformats.org/drawingml/2006/main" w="50800" cap="flat">
            <a:solidFill>
              <a:srgbClr val="B65655"/>
            </a:solidFill>
            <a:prstDash val="solid"/>
            <a:miter/>
            <a:tailEnd type="triangle" w="med" len="med"/>
          </a:ln>
        </p:spPr>
      </p:cxnSp>
      <p:cxnSp>
        <p:nvCxnSpPr>
          <p:cNvPr id="425" name="Connection Line"/>
          <p:cNvCxnSpPr>
            <a:stCxn xmlns:a="http://schemas.openxmlformats.org/drawingml/2006/main" id="185" idx="0"/>
            <a:endCxn xmlns:a="http://schemas.openxmlformats.org/drawingml/2006/main" id="176" idx="0"/>
          </p:cNvCxnSpPr>
          <p:nvPr/>
        </p:nvCxnSpPr>
        <p:spPr>
          <a:xfrm xmlns:a="http://schemas.openxmlformats.org/drawingml/2006/main" rot="0" flipH="0" flipV="1">
            <a:off x="8397839" y="1757054"/>
            <a:ext cx="166421" cy="755985"/>
          </a:xfrm>
          <a:prstGeom xmlns:a="http://schemas.openxmlformats.org/drawingml/2006/main" prst="straightConnector1">
            <a:avLst/>
          </a:prstGeom>
          <a:ln xmlns:a="http://schemas.openxmlformats.org/drawingml/2006/main" w="50800" cap="flat">
            <a:solidFill>
              <a:srgbClr val="B65655"/>
            </a:solidFill>
            <a:prstDash val="solid"/>
            <a:miter/>
            <a:tailEnd type="triangle" w="med" len="med"/>
          </a:ln>
        </p:spPr>
      </p:cxnSp>
      <p:cxnSp>
        <p:nvCxnSpPr>
          <p:cNvPr id="426" name="Connection Line"/>
          <p:cNvCxnSpPr>
            <a:stCxn xmlns:a="http://schemas.openxmlformats.org/drawingml/2006/main" id="185" idx="0"/>
            <a:endCxn xmlns:a="http://schemas.openxmlformats.org/drawingml/2006/main" id="191" idx="0"/>
          </p:cNvCxnSpPr>
          <p:nvPr/>
        </p:nvCxnSpPr>
        <p:spPr>
          <a:xfrm xmlns:a="http://schemas.openxmlformats.org/drawingml/2006/main" rot="0" flipH="0" flipV="1">
            <a:off x="8397839" y="2079353"/>
            <a:ext cx="477280" cy="433686"/>
          </a:xfrm>
          <a:prstGeom xmlns:a="http://schemas.openxmlformats.org/drawingml/2006/main" prst="straightConnector1">
            <a:avLst/>
          </a:prstGeom>
          <a:ln xmlns:a="http://schemas.openxmlformats.org/drawingml/2006/main" w="50800" cap="flat">
            <a:solidFill>
              <a:srgbClr val="B65655"/>
            </a:solidFill>
            <a:prstDash val="solid"/>
            <a:miter/>
            <a:tailEnd type="triangle" w="med" len="med"/>
          </a:ln>
        </p:spPr>
      </p:cxnSp>
      <p:cxnSp>
        <p:nvCxnSpPr>
          <p:cNvPr id="427" name="Connection Line"/>
          <p:cNvCxnSpPr>
            <a:stCxn xmlns:a="http://schemas.openxmlformats.org/drawingml/2006/main" id="185" idx="0"/>
            <a:endCxn xmlns:a="http://schemas.openxmlformats.org/drawingml/2006/main" id="175" idx="0"/>
          </p:cNvCxnSpPr>
          <p:nvPr/>
        </p:nvCxnSpPr>
        <p:spPr>
          <a:xfrm xmlns:a="http://schemas.openxmlformats.org/drawingml/2006/main" rot="0" flipH="1" flipV="1">
            <a:off x="8026516" y="1281422"/>
            <a:ext cx="371323" cy="1231617"/>
          </a:xfrm>
          <a:prstGeom xmlns:a="http://schemas.openxmlformats.org/drawingml/2006/main" prst="straightConnector1">
            <a:avLst/>
          </a:prstGeom>
          <a:ln xmlns:a="http://schemas.openxmlformats.org/drawingml/2006/main" w="50800" cap="flat">
            <a:solidFill>
              <a:srgbClr val="5471AB"/>
            </a:solidFill>
            <a:prstDash val="solid"/>
            <a:miter/>
            <a:tailEnd type="triangle" w="med" len="med"/>
          </a:ln>
        </p:spPr>
      </p:cxnSp>
      <p:cxnSp>
        <p:nvCxnSpPr>
          <p:cNvPr id="428" name="Connection Line"/>
          <p:cNvCxnSpPr>
            <a:stCxn xmlns:a="http://schemas.openxmlformats.org/drawingml/2006/main" id="191" idx="0"/>
            <a:endCxn xmlns:a="http://schemas.openxmlformats.org/drawingml/2006/main" id="171" idx="0"/>
          </p:cNvCxnSpPr>
          <p:nvPr/>
        </p:nvCxnSpPr>
        <p:spPr>
          <a:xfrm xmlns:a="http://schemas.openxmlformats.org/drawingml/2006/main" rot="0" flipH="1" flipV="1">
            <a:off x="8397839" y="610564"/>
            <a:ext cx="477280" cy="1468790"/>
          </a:xfrm>
          <a:prstGeom xmlns:a="http://schemas.openxmlformats.org/drawingml/2006/main" prst="straightConnector1">
            <a:avLst/>
          </a:prstGeom>
          <a:ln xmlns:a="http://schemas.openxmlformats.org/drawingml/2006/main" w="50800" cap="flat">
            <a:solidFill>
              <a:srgbClr val="B65655"/>
            </a:solidFill>
            <a:prstDash val="solid"/>
            <a:miter/>
            <a:tailEnd type="triangle" w="med" len="med"/>
          </a:ln>
        </p:spPr>
      </p:cxnSp>
      <p:cxnSp>
        <p:nvCxnSpPr>
          <p:cNvPr id="429" name="Connection Line"/>
          <p:cNvCxnSpPr>
            <a:stCxn xmlns:a="http://schemas.openxmlformats.org/drawingml/2006/main" id="173" idx="0"/>
            <a:endCxn xmlns:a="http://schemas.openxmlformats.org/drawingml/2006/main" id="191" idx="0"/>
          </p:cNvCxnSpPr>
          <p:nvPr/>
        </p:nvCxnSpPr>
        <p:spPr>
          <a:xfrm xmlns:a="http://schemas.openxmlformats.org/drawingml/2006/main" rot="0" flipH="1" flipV="0">
            <a:off x="8875118" y="1145818"/>
            <a:ext cx="96887" cy="933535"/>
          </a:xfrm>
          <a:prstGeom xmlns:a="http://schemas.openxmlformats.org/drawingml/2006/main" prst="straightConnector1">
            <a:avLst/>
          </a:prstGeom>
          <a:ln xmlns:a="http://schemas.openxmlformats.org/drawingml/2006/main" w="50800" cap="flat">
            <a:solidFill>
              <a:srgbClr val="5471AB"/>
            </a:solidFill>
            <a:prstDash val="solid"/>
            <a:miter/>
            <a:headEnd type="triangle" w="med" len="med"/>
          </a:ln>
        </p:spPr>
      </p:cxnSp>
      <p:cxnSp>
        <p:nvCxnSpPr>
          <p:cNvPr id="430" name="Connection Line"/>
          <p:cNvCxnSpPr>
            <a:stCxn xmlns:a="http://schemas.openxmlformats.org/drawingml/2006/main" id="191" idx="0"/>
            <a:endCxn xmlns:a="http://schemas.openxmlformats.org/drawingml/2006/main" id="176" idx="0"/>
          </p:cNvCxnSpPr>
          <p:nvPr/>
        </p:nvCxnSpPr>
        <p:spPr>
          <a:xfrm xmlns:a="http://schemas.openxmlformats.org/drawingml/2006/main" rot="0" flipH="1" flipV="1">
            <a:off x="8564259" y="1757054"/>
            <a:ext cx="310860" cy="322300"/>
          </a:xfrm>
          <a:prstGeom xmlns:a="http://schemas.openxmlformats.org/drawingml/2006/main" prst="straightConnector1">
            <a:avLst/>
          </a:prstGeom>
          <a:ln xmlns:a="http://schemas.openxmlformats.org/drawingml/2006/main" w="50800" cap="flat">
            <a:solidFill>
              <a:srgbClr val="5471AB"/>
            </a:solidFill>
            <a:prstDash val="solid"/>
            <a:miter/>
            <a:headEnd type="triangle" w="med" len="med"/>
          </a:ln>
        </p:spPr>
      </p:cxnSp>
      <p:cxnSp>
        <p:nvCxnSpPr>
          <p:cNvPr id="431" name="Connection Line"/>
          <p:cNvCxnSpPr>
            <a:stCxn xmlns:a="http://schemas.openxmlformats.org/drawingml/2006/main" id="176" idx="0"/>
            <a:endCxn xmlns:a="http://schemas.openxmlformats.org/drawingml/2006/main" id="194" idx="0"/>
          </p:cNvCxnSpPr>
          <p:nvPr/>
        </p:nvCxnSpPr>
        <p:spPr>
          <a:xfrm xmlns:a="http://schemas.openxmlformats.org/drawingml/2006/main" rot="0" flipH="1" flipV="0">
            <a:off x="7409611" y="1757054"/>
            <a:ext cx="1154649" cy="755985"/>
          </a:xfrm>
          <a:prstGeom xmlns:a="http://schemas.openxmlformats.org/drawingml/2006/main" prst="straightConnector1">
            <a:avLst/>
          </a:prstGeom>
          <a:ln xmlns:a="http://schemas.openxmlformats.org/drawingml/2006/main" w="50800" cap="flat">
            <a:solidFill>
              <a:srgbClr val="B65655"/>
            </a:solidFill>
            <a:prstDash val="solid"/>
            <a:miter/>
            <a:tailEnd type="triangle" w="med" len="med"/>
          </a:ln>
        </p:spPr>
      </p:cxnSp>
      <p:cxnSp>
        <p:nvCxnSpPr>
          <p:cNvPr id="432" name="Connection Line"/>
          <p:cNvCxnSpPr>
            <a:stCxn xmlns:a="http://schemas.openxmlformats.org/drawingml/2006/main" id="176" idx="0"/>
            <a:endCxn xmlns:a="http://schemas.openxmlformats.org/drawingml/2006/main" id="179" idx="0"/>
          </p:cNvCxnSpPr>
          <p:nvPr/>
        </p:nvCxnSpPr>
        <p:spPr>
          <a:xfrm xmlns:a="http://schemas.openxmlformats.org/drawingml/2006/main" rot="0" flipH="1" flipV="1">
            <a:off x="7337805" y="1145818"/>
            <a:ext cx="1226455" cy="611236"/>
          </a:xfrm>
          <a:prstGeom xmlns:a="http://schemas.openxmlformats.org/drawingml/2006/main" prst="straightConnector1">
            <a:avLst/>
          </a:prstGeom>
          <a:ln xmlns:a="http://schemas.openxmlformats.org/drawingml/2006/main" w="50800" cap="flat">
            <a:solidFill>
              <a:srgbClr val="B65655"/>
            </a:solidFill>
            <a:prstDash val="solid"/>
            <a:miter/>
            <a:tailEnd type="triangle" w="med" len="med"/>
          </a:ln>
        </p:spPr>
      </p:cxnSp>
      <p:cxnSp>
        <p:nvCxnSpPr>
          <p:cNvPr id="433" name="Connection Line"/>
          <p:cNvCxnSpPr>
            <a:stCxn xmlns:a="http://schemas.openxmlformats.org/drawingml/2006/main" id="176" idx="0"/>
            <a:endCxn xmlns:a="http://schemas.openxmlformats.org/drawingml/2006/main" id="175" idx="0"/>
          </p:cNvCxnSpPr>
          <p:nvPr/>
        </p:nvCxnSpPr>
        <p:spPr>
          <a:xfrm xmlns:a="http://schemas.openxmlformats.org/drawingml/2006/main" rot="0" flipH="1" flipV="1">
            <a:off x="8026516" y="1281422"/>
            <a:ext cx="537743" cy="475632"/>
          </a:xfrm>
          <a:prstGeom xmlns:a="http://schemas.openxmlformats.org/drawingml/2006/main" prst="straightConnector1">
            <a:avLst/>
          </a:prstGeom>
          <a:ln xmlns:a="http://schemas.openxmlformats.org/drawingml/2006/main" w="50800" cap="flat">
            <a:solidFill>
              <a:srgbClr val="B65655"/>
            </a:solidFill>
            <a:prstDash val="solid"/>
            <a:miter/>
            <a:tailEnd type="triangle" w="med" len="med"/>
          </a:ln>
        </p:spPr>
      </p:cxnSp>
      <p:cxnSp>
        <p:nvCxnSpPr>
          <p:cNvPr id="434" name="Connection Line"/>
          <p:cNvCxnSpPr>
            <a:stCxn xmlns:a="http://schemas.openxmlformats.org/drawingml/2006/main" id="176" idx="0"/>
            <a:endCxn xmlns:a="http://schemas.openxmlformats.org/drawingml/2006/main" id="171" idx="0"/>
          </p:cNvCxnSpPr>
          <p:nvPr/>
        </p:nvCxnSpPr>
        <p:spPr>
          <a:xfrm xmlns:a="http://schemas.openxmlformats.org/drawingml/2006/main" rot="0" flipH="1" flipV="1">
            <a:off x="8397839" y="610564"/>
            <a:ext cx="166421" cy="1146491"/>
          </a:xfrm>
          <a:prstGeom xmlns:a="http://schemas.openxmlformats.org/drawingml/2006/main" prst="straightConnector1">
            <a:avLst/>
          </a:prstGeom>
          <a:ln xmlns:a="http://schemas.openxmlformats.org/drawingml/2006/main" w="50800" cap="flat">
            <a:solidFill>
              <a:srgbClr val="B65655"/>
            </a:solidFill>
            <a:prstDash val="solid"/>
            <a:miter/>
            <a:tailEnd type="triangle" w="med" len="med"/>
          </a:ln>
        </p:spPr>
      </p:cxnSp>
      <p:cxnSp>
        <p:nvCxnSpPr>
          <p:cNvPr id="435" name="Connection Line"/>
          <p:cNvCxnSpPr>
            <a:stCxn xmlns:a="http://schemas.openxmlformats.org/drawingml/2006/main" id="173" idx="0"/>
            <a:endCxn xmlns:a="http://schemas.openxmlformats.org/drawingml/2006/main" id="185" idx="0"/>
          </p:cNvCxnSpPr>
          <p:nvPr/>
        </p:nvCxnSpPr>
        <p:spPr>
          <a:xfrm xmlns:a="http://schemas.openxmlformats.org/drawingml/2006/main" rot="0" flipH="1" flipV="0">
            <a:off x="8397839" y="1145818"/>
            <a:ext cx="574166" cy="1367221"/>
          </a:xfrm>
          <a:prstGeom xmlns:a="http://schemas.openxmlformats.org/drawingml/2006/main" prst="straightConnector1">
            <a:avLst/>
          </a:prstGeom>
          <a:ln xmlns:a="http://schemas.openxmlformats.org/drawingml/2006/main" w="50800" cap="flat">
            <a:solidFill>
              <a:srgbClr val="5471AB"/>
            </a:solidFill>
            <a:prstDash val="solid"/>
            <a:miter/>
            <a:tailEnd type="triangle" w="med" len="med"/>
          </a:ln>
        </p:spPr>
      </p:cxnSp>
      <p:cxnSp>
        <p:nvCxnSpPr>
          <p:cNvPr id="436" name="Connection Line"/>
          <p:cNvCxnSpPr>
            <a:stCxn xmlns:a="http://schemas.openxmlformats.org/drawingml/2006/main" id="194" idx="0"/>
            <a:endCxn xmlns:a="http://schemas.openxmlformats.org/drawingml/2006/main" id="173" idx="0"/>
          </p:cNvCxnSpPr>
          <p:nvPr/>
        </p:nvCxnSpPr>
        <p:spPr>
          <a:xfrm xmlns:a="http://schemas.openxmlformats.org/drawingml/2006/main" rot="0" flipH="0" flipV="1">
            <a:off x="7409611" y="1145818"/>
            <a:ext cx="1562394" cy="1367221"/>
          </a:xfrm>
          <a:prstGeom xmlns:a="http://schemas.openxmlformats.org/drawingml/2006/main" prst="straightConnector1">
            <a:avLst/>
          </a:prstGeom>
          <a:ln xmlns:a="http://schemas.openxmlformats.org/drawingml/2006/main" w="50800" cap="flat">
            <a:solidFill>
              <a:srgbClr val="B65655"/>
            </a:solidFill>
            <a:prstDash val="solid"/>
            <a:miter/>
            <a:headEnd type="triangle" w="med" len="med"/>
          </a:ln>
        </p:spPr>
      </p:cxnSp>
      <p:cxnSp>
        <p:nvCxnSpPr>
          <p:cNvPr id="437" name="Connection Line"/>
          <p:cNvCxnSpPr>
            <a:stCxn xmlns:a="http://schemas.openxmlformats.org/drawingml/2006/main" id="179" idx="0"/>
            <a:endCxn xmlns:a="http://schemas.openxmlformats.org/drawingml/2006/main" id="173" idx="0"/>
          </p:cNvCxnSpPr>
          <p:nvPr/>
        </p:nvCxnSpPr>
        <p:spPr>
          <a:xfrm xmlns:a="http://schemas.openxmlformats.org/drawingml/2006/main" rot="0" flipH="0" flipV="0">
            <a:off x="7337805" y="1145818"/>
            <a:ext cx="1634200" cy="1"/>
          </a:xfrm>
          <a:prstGeom xmlns:a="http://schemas.openxmlformats.org/drawingml/2006/main" prst="straightConnector1">
            <a:avLst/>
          </a:prstGeom>
          <a:ln xmlns:a="http://schemas.openxmlformats.org/drawingml/2006/main" w="50800" cap="flat">
            <a:solidFill>
              <a:srgbClr val="B65655"/>
            </a:solidFill>
            <a:prstDash val="solid"/>
            <a:miter/>
            <a:headEnd type="triangle" w="med" len="med"/>
          </a:ln>
        </p:spPr>
      </p:cxnSp>
      <p:cxnSp>
        <p:nvCxnSpPr>
          <p:cNvPr id="438" name="Connection Line"/>
          <p:cNvCxnSpPr>
            <a:stCxn xmlns:a="http://schemas.openxmlformats.org/drawingml/2006/main" id="171" idx="0"/>
            <a:endCxn xmlns:a="http://schemas.openxmlformats.org/drawingml/2006/main" id="173" idx="0"/>
          </p:cNvCxnSpPr>
          <p:nvPr/>
        </p:nvCxnSpPr>
        <p:spPr>
          <a:xfrm xmlns:a="http://schemas.openxmlformats.org/drawingml/2006/main" rot="0" flipH="0" flipV="0">
            <a:off x="8397839" y="610564"/>
            <a:ext cx="574166" cy="535255"/>
          </a:xfrm>
          <a:prstGeom xmlns:a="http://schemas.openxmlformats.org/drawingml/2006/main" prst="straightConnector1">
            <a:avLst/>
          </a:prstGeom>
          <a:ln xmlns:a="http://schemas.openxmlformats.org/drawingml/2006/main" w="50800" cap="flat">
            <a:solidFill>
              <a:srgbClr val="B65655"/>
            </a:solidFill>
            <a:prstDash val="solid"/>
            <a:miter/>
            <a:headEnd type="triangle" w="med" len="med"/>
          </a:ln>
        </p:spPr>
      </p:cxnSp>
      <p:cxnSp>
        <p:nvCxnSpPr>
          <p:cNvPr id="439" name="Connection Line"/>
          <p:cNvCxnSpPr>
            <a:stCxn xmlns:a="http://schemas.openxmlformats.org/drawingml/2006/main" id="175" idx="0"/>
            <a:endCxn xmlns:a="http://schemas.openxmlformats.org/drawingml/2006/main" id="173" idx="0"/>
          </p:cNvCxnSpPr>
          <p:nvPr/>
        </p:nvCxnSpPr>
        <p:spPr>
          <a:xfrm xmlns:a="http://schemas.openxmlformats.org/drawingml/2006/main" rot="0" flipH="0" flipV="1">
            <a:off x="8026516" y="1145818"/>
            <a:ext cx="945488" cy="135605"/>
          </a:xfrm>
          <a:prstGeom xmlns:a="http://schemas.openxmlformats.org/drawingml/2006/main" prst="straightConnector1">
            <a:avLst/>
          </a:prstGeom>
          <a:ln xmlns:a="http://schemas.openxmlformats.org/drawingml/2006/main" w="50800" cap="flat">
            <a:solidFill>
              <a:srgbClr val="B65655"/>
            </a:solidFill>
            <a:prstDash val="solid"/>
            <a:miter/>
            <a:headEnd type="triangle" w="med" len="med"/>
          </a:ln>
        </p:spPr>
      </p:cxnSp>
      <p:cxnSp>
        <p:nvCxnSpPr>
          <p:cNvPr id="440" name="Connection Line"/>
          <p:cNvCxnSpPr>
            <a:stCxn xmlns:a="http://schemas.openxmlformats.org/drawingml/2006/main" id="181" idx="0"/>
            <a:endCxn xmlns:a="http://schemas.openxmlformats.org/drawingml/2006/main" id="185" idx="0"/>
          </p:cNvCxnSpPr>
          <p:nvPr/>
        </p:nvCxnSpPr>
        <p:spPr>
          <a:xfrm xmlns:a="http://schemas.openxmlformats.org/drawingml/2006/main" rot="0" flipH="0" flipV="0">
            <a:off x="7890050" y="1954839"/>
            <a:ext cx="507789" cy="558200"/>
          </a:xfrm>
          <a:prstGeom xmlns:a="http://schemas.openxmlformats.org/drawingml/2006/main" prst="straightConnector1">
            <a:avLst/>
          </a:prstGeom>
          <a:ln xmlns:a="http://schemas.openxmlformats.org/drawingml/2006/main" w="50800" cap="flat">
            <a:solidFill>
              <a:srgbClr val="B65655"/>
            </a:solidFill>
            <a:prstDash val="solid"/>
            <a:miter/>
            <a:headEnd type="triangle" w="med" len="med"/>
          </a:ln>
        </p:spPr>
      </p:cxnSp>
      <p:cxnSp>
        <p:nvCxnSpPr>
          <p:cNvPr id="441" name="Connection Line"/>
          <p:cNvCxnSpPr>
            <a:stCxn xmlns:a="http://schemas.openxmlformats.org/drawingml/2006/main" id="173" idx="0"/>
            <a:endCxn xmlns:a="http://schemas.openxmlformats.org/drawingml/2006/main" id="185" idx="0"/>
          </p:cNvCxnSpPr>
          <p:nvPr/>
        </p:nvCxnSpPr>
        <p:spPr>
          <a:xfrm xmlns:a="http://schemas.openxmlformats.org/drawingml/2006/main" rot="0" flipH="1" flipV="0">
            <a:off x="8397839" y="1145818"/>
            <a:ext cx="574166" cy="1367221"/>
          </a:xfrm>
          <a:prstGeom xmlns:a="http://schemas.openxmlformats.org/drawingml/2006/main" prst="straightConnector1">
            <a:avLst/>
          </a:prstGeom>
          <a:ln xmlns:a="http://schemas.openxmlformats.org/drawingml/2006/main" w="50800" cap="flat">
            <a:solidFill>
              <a:srgbClr val="B65655"/>
            </a:solidFill>
            <a:prstDash val="solid"/>
            <a:miter/>
            <a:headEnd type="triangle" w="med" len="med"/>
          </a:ln>
        </p:spPr>
      </p:cxnSp>
      <p:cxnSp>
        <p:nvCxnSpPr>
          <p:cNvPr id="442" name="Connection Line"/>
          <p:cNvCxnSpPr>
            <a:stCxn xmlns:a="http://schemas.openxmlformats.org/drawingml/2006/main" id="194" idx="0"/>
            <a:endCxn xmlns:a="http://schemas.openxmlformats.org/drawingml/2006/main" id="191" idx="0"/>
          </p:cNvCxnSpPr>
          <p:nvPr/>
        </p:nvCxnSpPr>
        <p:spPr>
          <a:xfrm xmlns:a="http://schemas.openxmlformats.org/drawingml/2006/main" rot="0" flipH="0" flipV="1">
            <a:off x="7409611" y="2079353"/>
            <a:ext cx="1465508" cy="433686"/>
          </a:xfrm>
          <a:prstGeom xmlns:a="http://schemas.openxmlformats.org/drawingml/2006/main" prst="straightConnector1">
            <a:avLst/>
          </a:prstGeom>
          <a:ln xmlns:a="http://schemas.openxmlformats.org/drawingml/2006/main" w="50800" cap="flat">
            <a:solidFill>
              <a:srgbClr val="B65655"/>
            </a:solidFill>
            <a:prstDash val="solid"/>
            <a:miter/>
            <a:headEnd type="triangle" w="med" len="med"/>
          </a:ln>
        </p:spPr>
      </p:cxnSp>
      <p:cxnSp>
        <p:nvCxnSpPr>
          <p:cNvPr id="443" name="Connection Line"/>
          <p:cNvCxnSpPr>
            <a:stCxn xmlns:a="http://schemas.openxmlformats.org/drawingml/2006/main" id="179" idx="0"/>
            <a:endCxn xmlns:a="http://schemas.openxmlformats.org/drawingml/2006/main" id="191" idx="0"/>
          </p:cNvCxnSpPr>
          <p:nvPr/>
        </p:nvCxnSpPr>
        <p:spPr>
          <a:xfrm xmlns:a="http://schemas.openxmlformats.org/drawingml/2006/main" rot="0" flipH="0" flipV="0">
            <a:off x="7337805" y="1145818"/>
            <a:ext cx="1537314" cy="933535"/>
          </a:xfrm>
          <a:prstGeom xmlns:a="http://schemas.openxmlformats.org/drawingml/2006/main" prst="straightConnector1">
            <a:avLst/>
          </a:prstGeom>
          <a:ln xmlns:a="http://schemas.openxmlformats.org/drawingml/2006/main" w="50800" cap="flat">
            <a:solidFill>
              <a:srgbClr val="B65655"/>
            </a:solidFill>
            <a:prstDash val="solid"/>
            <a:miter/>
            <a:headEnd type="triangle" w="med" len="med"/>
          </a:ln>
        </p:spPr>
      </p:cxnSp>
      <p:cxnSp>
        <p:nvCxnSpPr>
          <p:cNvPr id="444" name="Connection Line"/>
          <p:cNvCxnSpPr>
            <a:stCxn xmlns:a="http://schemas.openxmlformats.org/drawingml/2006/main" id="175" idx="0"/>
            <a:endCxn xmlns:a="http://schemas.openxmlformats.org/drawingml/2006/main" id="194" idx="0"/>
          </p:cNvCxnSpPr>
          <p:nvPr/>
        </p:nvCxnSpPr>
        <p:spPr>
          <a:xfrm xmlns:a="http://schemas.openxmlformats.org/drawingml/2006/main" rot="0" flipH="1" flipV="0">
            <a:off x="7409611" y="1281422"/>
            <a:ext cx="616906" cy="1231617"/>
          </a:xfrm>
          <a:prstGeom xmlns:a="http://schemas.openxmlformats.org/drawingml/2006/main" prst="straightConnector1">
            <a:avLst/>
          </a:prstGeom>
          <a:ln xmlns:a="http://schemas.openxmlformats.org/drawingml/2006/main" w="50800" cap="flat">
            <a:solidFill>
              <a:srgbClr val="5471AB"/>
            </a:solidFill>
            <a:prstDash val="solid"/>
            <a:miter/>
            <a:tailEnd type="triangle" w="med" len="med"/>
          </a:ln>
        </p:spPr>
      </p:cxnSp>
      <p:cxnSp>
        <p:nvCxnSpPr>
          <p:cNvPr id="445" name="Connection Line"/>
          <p:cNvCxnSpPr>
            <a:stCxn xmlns:a="http://schemas.openxmlformats.org/drawingml/2006/main" id="173" idx="0"/>
            <a:endCxn xmlns:a="http://schemas.openxmlformats.org/drawingml/2006/main" id="181" idx="0"/>
          </p:cNvCxnSpPr>
          <p:nvPr/>
        </p:nvCxnSpPr>
        <p:spPr>
          <a:xfrm xmlns:a="http://schemas.openxmlformats.org/drawingml/2006/main" rot="0" flipH="1" flipV="0">
            <a:off x="7890050" y="1145818"/>
            <a:ext cx="1081955" cy="809021"/>
          </a:xfrm>
          <a:prstGeom xmlns:a="http://schemas.openxmlformats.org/drawingml/2006/main" prst="straightConnector1">
            <a:avLst/>
          </a:prstGeom>
          <a:ln xmlns:a="http://schemas.openxmlformats.org/drawingml/2006/main" w="50800" cap="flat">
            <a:solidFill>
              <a:srgbClr val="5471AB"/>
            </a:solidFill>
            <a:prstDash val="solid"/>
            <a:miter/>
            <a:tailEnd type="triangle" w="med" len="med"/>
          </a:ln>
        </p:spPr>
      </p:cxnSp>
      <p:cxnSp>
        <p:nvCxnSpPr>
          <p:cNvPr id="446" name="Connection Line"/>
          <p:cNvCxnSpPr>
            <a:stCxn xmlns:a="http://schemas.openxmlformats.org/drawingml/2006/main" id="175" idx="0"/>
            <a:endCxn xmlns:a="http://schemas.openxmlformats.org/drawingml/2006/main" id="191" idx="0"/>
          </p:cNvCxnSpPr>
          <p:nvPr/>
        </p:nvCxnSpPr>
        <p:spPr>
          <a:xfrm xmlns:a="http://schemas.openxmlformats.org/drawingml/2006/main" rot="0" flipH="0" flipV="0">
            <a:off x="8026516" y="1281422"/>
            <a:ext cx="848602" cy="797931"/>
          </a:xfrm>
          <a:prstGeom xmlns:a="http://schemas.openxmlformats.org/drawingml/2006/main" prst="straightConnector1">
            <a:avLst/>
          </a:prstGeom>
          <a:ln xmlns:a="http://schemas.openxmlformats.org/drawingml/2006/main" w="50800" cap="flat">
            <a:solidFill>
              <a:srgbClr val="B65655"/>
            </a:solidFill>
            <a:prstDash val="solid"/>
            <a:miter/>
            <a:headEnd type="triangle" w="med" len="med"/>
          </a:ln>
        </p:spPr>
      </p:cxnSp>
      <p:cxnSp>
        <p:nvCxnSpPr>
          <p:cNvPr id="447" name="Connection Line"/>
          <p:cNvCxnSpPr>
            <a:stCxn xmlns:a="http://schemas.openxmlformats.org/drawingml/2006/main" id="191" idx="0"/>
            <a:endCxn xmlns:a="http://schemas.openxmlformats.org/drawingml/2006/main" id="176" idx="0"/>
          </p:cNvCxnSpPr>
          <p:nvPr/>
        </p:nvCxnSpPr>
        <p:spPr>
          <a:xfrm xmlns:a="http://schemas.openxmlformats.org/drawingml/2006/main" rot="0" flipH="1" flipV="1">
            <a:off x="8564259" y="1757054"/>
            <a:ext cx="310860" cy="322300"/>
          </a:xfrm>
          <a:prstGeom xmlns:a="http://schemas.openxmlformats.org/drawingml/2006/main" prst="straightConnector1">
            <a:avLst/>
          </a:prstGeom>
          <a:ln xmlns:a="http://schemas.openxmlformats.org/drawingml/2006/main" w="50800" cap="flat">
            <a:solidFill>
              <a:srgbClr val="5471AB"/>
            </a:solidFill>
            <a:prstDash val="solid"/>
            <a:miter/>
            <a:tailEnd type="triangle" w="med" len="med"/>
          </a:ln>
        </p:spPr>
      </p:cxnSp>
      <p:cxnSp>
        <p:nvCxnSpPr>
          <p:cNvPr id="448" name="Connection Line"/>
          <p:cNvCxnSpPr>
            <a:stCxn xmlns:a="http://schemas.openxmlformats.org/drawingml/2006/main" id="191" idx="0"/>
            <a:endCxn xmlns:a="http://schemas.openxmlformats.org/drawingml/2006/main" id="181" idx="0"/>
          </p:cNvCxnSpPr>
          <p:nvPr/>
        </p:nvCxnSpPr>
        <p:spPr>
          <a:xfrm xmlns:a="http://schemas.openxmlformats.org/drawingml/2006/main" rot="0" flipH="1" flipV="1">
            <a:off x="7890050" y="1954839"/>
            <a:ext cx="985069" cy="124515"/>
          </a:xfrm>
          <a:prstGeom xmlns:a="http://schemas.openxmlformats.org/drawingml/2006/main" prst="straightConnector1">
            <a:avLst/>
          </a:prstGeom>
          <a:ln xmlns:a="http://schemas.openxmlformats.org/drawingml/2006/main" w="50800" cap="flat">
            <a:solidFill>
              <a:srgbClr val="5471AB"/>
            </a:solidFill>
            <a:prstDash val="solid"/>
            <a:miter/>
            <a:tailEnd type="triangle" w="med" len="med"/>
          </a:ln>
        </p:spPr>
      </p:cxnSp>
      <p:cxnSp>
        <p:nvCxnSpPr>
          <p:cNvPr id="449" name="Connection Line"/>
          <p:cNvCxnSpPr>
            <a:stCxn xmlns:a="http://schemas.openxmlformats.org/drawingml/2006/main" id="176" idx="0"/>
            <a:endCxn xmlns:a="http://schemas.openxmlformats.org/drawingml/2006/main" id="181" idx="0"/>
          </p:cNvCxnSpPr>
          <p:nvPr/>
        </p:nvCxnSpPr>
        <p:spPr>
          <a:xfrm xmlns:a="http://schemas.openxmlformats.org/drawingml/2006/main" rot="0" flipH="1" flipV="0">
            <a:off x="7890050" y="1757054"/>
            <a:ext cx="674209" cy="197786"/>
          </a:xfrm>
          <a:prstGeom xmlns:a="http://schemas.openxmlformats.org/drawingml/2006/main" prst="straightConnector1">
            <a:avLst/>
          </a:prstGeom>
          <a:ln xmlns:a="http://schemas.openxmlformats.org/drawingml/2006/main" w="50800" cap="flat">
            <a:solidFill>
              <a:srgbClr val="5471AB"/>
            </a:solidFill>
            <a:prstDash val="solid"/>
            <a:miter/>
            <a:tailEnd type="triangle" w="med" len="med"/>
          </a:ln>
        </p:spPr>
      </p:cxnSp>
      <p:graphicFrame>
        <p:nvGraphicFramePr>
          <p:cNvPr id="450" name="Table 1"/>
          <p:cNvGraphicFramePr/>
          <p:nvPr/>
        </p:nvGraphicFramePr>
        <p:xfrm>
          <a:off xmlns:a="http://schemas.openxmlformats.org/drawingml/2006/main" x="5450487" y="1245391"/>
          <a:ext xmlns:a="http://schemas.openxmlformats.org/drawingml/2006/main" cx="1430522" cy="1422157"/>
        </p:xfrm>
        <a:graphic xmlns:a="http://schemas.openxmlformats.org/drawingml/2006/main">
          <a:graphicData uri="http://schemas.openxmlformats.org/drawingml/2006/table">
            <a:tbl>
              <a:tblPr rtl="0" firstRow="0" firstCol="0" lastRow="0" lastCol="0" bandRow="0" bandCol="0">
                <a:tableStyleId>{4C3C2611-4C71-4FC5-86AE-919BDF0F9419}</a:tableStyleId>
              </a:tblPr>
              <a:tblGrid>
                <a:gridCol w="157535"/>
                <a:gridCol w="157535"/>
                <a:gridCol w="157535"/>
                <a:gridCol w="157535"/>
                <a:gridCol w="157535"/>
                <a:gridCol w="157535"/>
                <a:gridCol w="157535"/>
                <a:gridCol w="157535"/>
                <a:gridCol w="157535"/>
              </a:tblGrid>
              <a:tr h="156606">
                <a:tc>
                  <a:txBody>
                    <a:bodyPr/>
                    <a:lstStyle/>
                    <a:p>
                      <a:pPr defTabSz="914400">
                        <a:buNone/>
                      </a:pPr>
                    </a:p>
                  </a:txBody>
                  <a:tcPr marL="12700" marR="12700" marT="12700" marB="0" anchor="t" anchorCtr="0" horzOverflow="overflow">
                    <a:lnR w="12700"/>
                    <a:lnB w="12700"/>
                    <a:solidFill>
                      <a:srgbClr val="CFCFC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buNone/>
                      </a:pPr>
                    </a:p>
                  </a:txBody>
                  <a:tcPr marL="12700" marR="12700" marT="12700" marB="0" anchor="t" anchorCtr="0" horzOverflow="overflow">
                    <a:lnL w="12700"/>
                    <a:lnR w="12700"/>
                    <a:lnB w="12700"/>
                    <a:solidFill>
                      <a:srgbClr val="CB5057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buNone/>
                      </a:pPr>
                    </a:p>
                  </a:txBody>
                  <a:tcPr marL="12700" marR="12700" marT="12700" marB="0" anchor="t" anchorCtr="0" horzOverflow="overflow">
                    <a:lnL w="12700"/>
                    <a:lnR w="12700"/>
                    <a:lnB w="12700"/>
                    <a:solidFill>
                      <a:srgbClr val="CB5057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buNone/>
                      </a:pPr>
                    </a:p>
                  </a:txBody>
                  <a:tcPr marL="12700" marR="12700" marT="12700" marB="0" anchor="t" anchorCtr="0" horzOverflow="overflow">
                    <a:lnL w="12700"/>
                    <a:lnR w="12700"/>
                    <a:lnB w="12700"/>
                    <a:solidFill>
                      <a:srgbClr val="557DB7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buNone/>
                      </a:pPr>
                    </a:p>
                  </a:txBody>
                  <a:tcPr marL="12700" marR="12700" marT="12700" marB="0" anchor="t" anchorCtr="0" horzOverflow="overflow">
                    <a:lnL w="12700"/>
                    <a:lnR w="12700"/>
                    <a:lnB w="12700"/>
                    <a:solidFill>
                      <a:srgbClr val="557DB7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buNone/>
                      </a:pPr>
                    </a:p>
                  </a:txBody>
                  <a:tcPr marL="12700" marR="12700" marT="12700" marB="0" anchor="t" anchorCtr="0" horzOverflow="overflow">
                    <a:lnL w="12700"/>
                    <a:lnR w="12700"/>
                    <a:lnB w="12700"/>
                    <a:solidFill>
                      <a:srgbClr val="557DB7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buNone/>
                      </a:pPr>
                    </a:p>
                  </a:txBody>
                  <a:tcPr marL="12700" marR="12700" marT="12700" marB="0" anchor="t" anchorCtr="0" horzOverflow="overflow">
                    <a:lnL w="12700"/>
                    <a:lnR w="12700"/>
                    <a:lnB w="12700"/>
                    <a:solidFill>
                      <a:srgbClr val="CB5057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buNone/>
                      </a:pPr>
                    </a:p>
                  </a:txBody>
                  <a:tcPr marL="12700" marR="12700" marT="12700" marB="0" anchor="t" anchorCtr="0" horzOverflow="overflow">
                    <a:lnL w="12700"/>
                    <a:lnR w="12700"/>
                    <a:lnB w="12700"/>
                    <a:solidFill>
                      <a:srgbClr val="CB5057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buNone/>
                      </a:pPr>
                    </a:p>
                  </a:txBody>
                  <a:tcPr marL="12700" marR="12700" marT="12700" marB="0" anchor="t" anchorCtr="0" horzOverflow="overflow">
                    <a:lnL w="12700"/>
                    <a:lnB w="12700"/>
                    <a:solidFill>
                      <a:srgbClr val="CB5057"/>
                    </a:solidFill>
                  </a:tcPr>
                </a:tc>
              </a:tr>
              <a:tr h="156606">
                <a:tc>
                  <a:txBody>
                    <a:bodyPr/>
                    <a:lstStyle/>
                    <a:p>
                      <a:pPr defTabSz="914400">
                        <a:buNone/>
                      </a:pPr>
                    </a:p>
                  </a:txBody>
                  <a:tcPr marL="12700" marR="12700" marT="12700" marB="0" anchor="t" anchorCtr="0" horzOverflow="overflow">
                    <a:lnR w="12700"/>
                    <a:lnT w="12700"/>
                    <a:lnB w="12700"/>
                    <a:solidFill>
                      <a:srgbClr val="557DB7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buNone/>
                      </a:pPr>
                    </a:p>
                  </a:txBody>
                  <a:tcPr marL="12700" marR="12700" marT="12700" marB="0" anchor="t" anchorCtr="0" horzOverflow="overflow">
                    <a:lnL w="12700"/>
                    <a:lnR w="12700"/>
                    <a:lnT w="12700"/>
                    <a:lnB w="12700"/>
                    <a:solidFill>
                      <a:srgbClr val="CFCFC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buNone/>
                      </a:pPr>
                    </a:p>
                  </a:txBody>
                  <a:tcPr marL="12700" marR="12700" marT="12700" marB="0" anchor="t" anchorCtr="0" horzOverflow="overflow">
                    <a:lnL w="12700"/>
                    <a:lnR w="12700"/>
                    <a:lnT w="12700"/>
                    <a:lnB w="12700"/>
                    <a:solidFill>
                      <a:srgbClr val="CB5057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buNone/>
                      </a:pPr>
                    </a:p>
                  </a:txBody>
                  <a:tcPr marL="12700" marR="12700" marT="12700" marB="0" anchor="t" anchorCtr="0" horzOverflow="overflow">
                    <a:lnL w="12700"/>
                    <a:lnR w="12700"/>
                    <a:lnT w="12700"/>
                    <a:lnB w="12700"/>
                    <a:solidFill>
                      <a:srgbClr val="557DB7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buNone/>
                      </a:pPr>
                    </a:p>
                  </a:txBody>
                  <a:tcPr marL="12700" marR="12700" marT="12700" marB="0" anchor="t" anchorCtr="0" horzOverflow="overflow">
                    <a:lnL w="12700"/>
                    <a:lnR w="12700"/>
                    <a:lnT w="12700"/>
                    <a:lnB w="12700"/>
                    <a:solidFill>
                      <a:srgbClr val="CB5057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buNone/>
                      </a:pPr>
                    </a:p>
                  </a:txBody>
                  <a:tcPr marL="12700" marR="12700" marT="12700" marB="0" anchor="t" anchorCtr="0" horzOverflow="overflow">
                    <a:lnL w="12700"/>
                    <a:lnR w="12700"/>
                    <a:lnT w="12700"/>
                    <a:lnB w="12700"/>
                    <a:solidFill>
                      <a:srgbClr val="557DB7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buNone/>
                      </a:pPr>
                    </a:p>
                  </a:txBody>
                  <a:tcPr marL="12700" marR="12700" marT="12700" marB="0" anchor="t" anchorCtr="0" horzOverflow="overflow">
                    <a:lnL w="12700"/>
                    <a:lnR w="12700"/>
                    <a:lnT w="12700"/>
                    <a:lnB w="12700"/>
                    <a:solidFill>
                      <a:srgbClr val="557DB7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buNone/>
                      </a:pPr>
                    </a:p>
                  </a:txBody>
                  <a:tcPr marL="12700" marR="12700" marT="12700" marB="0" anchor="t" anchorCtr="0" horzOverflow="overflow">
                    <a:lnL w="12700"/>
                    <a:lnR w="12700"/>
                    <a:lnT w="12700"/>
                    <a:lnB w="12700"/>
                    <a:solidFill>
                      <a:srgbClr val="557DB7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buNone/>
                      </a:pPr>
                    </a:p>
                  </a:txBody>
                  <a:tcPr marL="12700" marR="12700" marT="12700" marB="0" anchor="t" anchorCtr="0" horzOverflow="overflow">
                    <a:lnL w="12700"/>
                    <a:lnT w="12700"/>
                    <a:lnB w="12700"/>
                    <a:solidFill>
                      <a:srgbClr val="CB5057"/>
                    </a:solidFill>
                  </a:tcPr>
                </a:tc>
              </a:tr>
              <a:tr h="156606">
                <a:tc>
                  <a:txBody>
                    <a:bodyPr/>
                    <a:lstStyle/>
                    <a:p>
                      <a:pPr defTabSz="914400">
                        <a:buNone/>
                      </a:pPr>
                    </a:p>
                  </a:txBody>
                  <a:tcPr marL="12700" marR="12700" marT="12700" marB="0" anchor="t" anchorCtr="0" horzOverflow="overflow">
                    <a:lnR w="12700"/>
                    <a:lnT w="12700"/>
                    <a:lnB w="12700"/>
                    <a:solidFill>
                      <a:srgbClr val="557DB7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buNone/>
                      </a:pPr>
                    </a:p>
                  </a:txBody>
                  <a:tcPr marL="12700" marR="12700" marT="12700" marB="0" anchor="t" anchorCtr="0" horzOverflow="overflow">
                    <a:lnL w="12700"/>
                    <a:lnR w="12700"/>
                    <a:lnT w="12700"/>
                    <a:lnB w="12700"/>
                    <a:solidFill>
                      <a:srgbClr val="557DB7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buNone/>
                      </a:pPr>
                    </a:p>
                  </a:txBody>
                  <a:tcPr marL="12700" marR="12700" marT="12700" marB="0" anchor="t" anchorCtr="0" horzOverflow="overflow">
                    <a:lnL w="12700"/>
                    <a:lnR w="12700"/>
                    <a:lnT w="12700"/>
                    <a:lnB w="12700"/>
                    <a:solidFill>
                      <a:srgbClr val="CFCFC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buNone/>
                      </a:pPr>
                    </a:p>
                  </a:txBody>
                  <a:tcPr marL="12700" marR="12700" marT="12700" marB="0" anchor="t" anchorCtr="0" horzOverflow="overflow">
                    <a:lnL w="12700"/>
                    <a:lnR w="12700"/>
                    <a:lnT w="12700"/>
                    <a:lnB w="12700"/>
                    <a:solidFill>
                      <a:srgbClr val="CB5057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buNone/>
                      </a:pPr>
                    </a:p>
                  </a:txBody>
                  <a:tcPr marL="12700" marR="12700" marT="12700" marB="0" anchor="t" anchorCtr="0" horzOverflow="overflow">
                    <a:lnL w="12700"/>
                    <a:lnR w="12700"/>
                    <a:lnT w="12700"/>
                    <a:lnB w="12700"/>
                    <a:solidFill>
                      <a:srgbClr val="CB5057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buNone/>
                      </a:pPr>
                    </a:p>
                  </a:txBody>
                  <a:tcPr marL="12700" marR="12700" marT="12700" marB="0" anchor="t" anchorCtr="0" horzOverflow="overflow">
                    <a:lnL w="12700"/>
                    <a:lnR w="12700"/>
                    <a:lnT w="12700"/>
                    <a:lnB w="12700"/>
                    <a:solidFill>
                      <a:srgbClr val="CB5057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buNone/>
                      </a:pPr>
                    </a:p>
                  </a:txBody>
                  <a:tcPr marL="12700" marR="12700" marT="12700" marB="0" anchor="t" anchorCtr="0" horzOverflow="overflow">
                    <a:lnL w="12700"/>
                    <a:lnR w="12700"/>
                    <a:lnT w="12700"/>
                    <a:lnB w="12700"/>
                    <a:solidFill>
                      <a:srgbClr val="557DB7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buNone/>
                      </a:pPr>
                    </a:p>
                  </a:txBody>
                  <a:tcPr marL="12700" marR="12700" marT="12700" marB="0" anchor="t" anchorCtr="0" horzOverflow="overflow">
                    <a:lnL w="12700"/>
                    <a:lnR w="12700"/>
                    <a:lnT w="12700"/>
                    <a:lnB w="12700"/>
                    <a:solidFill>
                      <a:srgbClr val="CB5057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buNone/>
                      </a:pPr>
                    </a:p>
                  </a:txBody>
                  <a:tcPr marL="12700" marR="12700" marT="12700" marB="0" anchor="t" anchorCtr="0" horzOverflow="overflow">
                    <a:lnL w="12700"/>
                    <a:lnT w="12700"/>
                    <a:lnB w="12700"/>
                  </a:tcPr>
                </a:tc>
              </a:tr>
              <a:tr h="156606">
                <a:tc>
                  <a:txBody>
                    <a:bodyPr/>
                    <a:lstStyle/>
                    <a:p>
                      <a:pPr defTabSz="914400">
                        <a:buNone/>
                      </a:pPr>
                    </a:p>
                  </a:txBody>
                  <a:tcPr marL="12700" marR="12700" marT="12700" marB="0" anchor="t" anchorCtr="0" horzOverflow="overflow">
                    <a:lnR w="12700"/>
                    <a:lnT w="12700"/>
                    <a:lnB w="12700"/>
                    <a:solidFill>
                      <a:srgbClr val="CB5057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buNone/>
                      </a:pPr>
                    </a:p>
                  </a:txBody>
                  <a:tcPr marL="12700" marR="12700" marT="12700" marB="0" anchor="t" anchorCtr="0" horzOverflow="overflow">
                    <a:lnL w="12700"/>
                    <a:lnR w="12700"/>
                    <a:lnT w="12700"/>
                    <a:lnB w="12700"/>
                    <a:solidFill>
                      <a:srgbClr val="CB5057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buNone/>
                      </a:pPr>
                    </a:p>
                  </a:txBody>
                  <a:tcPr marL="12700" marR="12700" marT="12700" marB="0" anchor="t" anchorCtr="0" horzOverflow="overflow">
                    <a:lnL w="12700"/>
                    <a:lnR w="12700"/>
                    <a:lnT w="12700"/>
                    <a:lnB w="12700"/>
                    <a:solidFill>
                      <a:srgbClr val="CB5057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buNone/>
                      </a:pPr>
                    </a:p>
                  </a:txBody>
                  <a:tcPr marL="12700" marR="12700" marT="12700" marB="0" anchor="t" anchorCtr="0" horzOverflow="overflow">
                    <a:lnL w="12700"/>
                    <a:lnR w="12700"/>
                    <a:lnT w="12700"/>
                    <a:lnB w="12700"/>
                    <a:solidFill>
                      <a:srgbClr val="CFCFC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buNone/>
                      </a:pPr>
                    </a:p>
                  </a:txBody>
                  <a:tcPr marL="12700" marR="12700" marT="12700" marB="0" anchor="t" anchorCtr="0" horzOverflow="overflow">
                    <a:lnL w="12700"/>
                    <a:lnR w="12700"/>
                    <a:lnT w="12700"/>
                    <a:lnB w="12700"/>
                    <a:solidFill>
                      <a:srgbClr val="CB5057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buNone/>
                      </a:pPr>
                    </a:p>
                  </a:txBody>
                  <a:tcPr marL="12700" marR="12700" marT="12700" marB="0" anchor="t" anchorCtr="0" horzOverflow="overflow">
                    <a:lnL w="12700"/>
                    <a:lnR w="12700"/>
                    <a:lnT w="12700"/>
                    <a:lnB w="12700"/>
                    <a:solidFill>
                      <a:srgbClr val="CB5057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buNone/>
                      </a:pPr>
                    </a:p>
                  </a:txBody>
                  <a:tcPr marL="12700" marR="12700" marT="12700" marB="0" anchor="t" anchorCtr="0" horzOverflow="overflow">
                    <a:lnL w="12700"/>
                    <a:lnR w="12700"/>
                    <a:lnT w="12700"/>
                    <a:lnB w="12700"/>
                  </a:tcPr>
                </a:tc>
                <a:tc>
                  <a:txBody>
                    <a:bodyPr/>
                    <a:lstStyle/>
                    <a:p>
                      <a:pPr defTabSz="914400">
                        <a:buNone/>
                      </a:pPr>
                    </a:p>
                  </a:txBody>
                  <a:tcPr marL="12700" marR="12700" marT="12700" marB="0" anchor="t" anchorCtr="0" horzOverflow="overflow">
                    <a:lnL w="12700"/>
                    <a:lnR w="12700"/>
                    <a:lnT w="12700"/>
                    <a:lnB w="12700"/>
                    <a:solidFill>
                      <a:srgbClr val="557DB7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buNone/>
                      </a:pPr>
                    </a:p>
                  </a:txBody>
                  <a:tcPr marL="12700" marR="12700" marT="12700" marB="0" anchor="t" anchorCtr="0" horzOverflow="overflow">
                    <a:lnL w="12700"/>
                    <a:lnT w="12700"/>
                    <a:lnB w="12700"/>
                    <a:solidFill>
                      <a:srgbClr val="CB5057"/>
                    </a:solidFill>
                  </a:tcPr>
                </a:tc>
              </a:tr>
              <a:tr h="156606">
                <a:tc>
                  <a:txBody>
                    <a:bodyPr/>
                    <a:lstStyle/>
                    <a:p>
                      <a:pPr defTabSz="914400">
                        <a:buNone/>
                      </a:pPr>
                    </a:p>
                  </a:txBody>
                  <a:tcPr marL="12700" marR="12700" marT="12700" marB="0" anchor="t" anchorCtr="0" horzOverflow="overflow">
                    <a:lnR w="12700"/>
                    <a:lnT w="12700"/>
                    <a:lnB w="12700"/>
                    <a:solidFill>
                      <a:srgbClr val="CB5057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buNone/>
                      </a:pPr>
                    </a:p>
                  </a:txBody>
                  <a:tcPr marL="12700" marR="12700" marT="12700" marB="0" anchor="t" anchorCtr="0" horzOverflow="overflow">
                    <a:lnL w="12700"/>
                    <a:lnR w="12700"/>
                    <a:lnT w="12700"/>
                    <a:lnB w="12700"/>
                    <a:solidFill>
                      <a:srgbClr val="CB5057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buNone/>
                      </a:pPr>
                    </a:p>
                  </a:txBody>
                  <a:tcPr marL="12700" marR="12700" marT="12700" marB="0" anchor="t" anchorCtr="0" horzOverflow="overflow">
                    <a:lnL w="12700"/>
                    <a:lnR w="12700"/>
                    <a:lnT w="12700"/>
                    <a:lnB w="12700"/>
                  </a:tcPr>
                </a:tc>
                <a:tc>
                  <a:txBody>
                    <a:bodyPr/>
                    <a:lstStyle/>
                    <a:p>
                      <a:pPr defTabSz="914400">
                        <a:buNone/>
                      </a:pPr>
                    </a:p>
                  </a:txBody>
                  <a:tcPr marL="12700" marR="12700" marT="12700" marB="0" anchor="t" anchorCtr="0" horzOverflow="overflow">
                    <a:lnL w="12700"/>
                    <a:lnR w="12700"/>
                    <a:lnT w="12700"/>
                    <a:lnB w="12700"/>
                    <a:solidFill>
                      <a:srgbClr val="557DB7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buNone/>
                      </a:pPr>
                    </a:p>
                  </a:txBody>
                  <a:tcPr marL="12700" marR="12700" marT="12700" marB="0" anchor="t" anchorCtr="0" horzOverflow="overflow">
                    <a:lnL w="12700"/>
                    <a:lnR w="12700"/>
                    <a:lnT w="12700"/>
                    <a:lnB w="12700"/>
                    <a:solidFill>
                      <a:srgbClr val="CFCFC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buNone/>
                      </a:pPr>
                    </a:p>
                  </a:txBody>
                  <a:tcPr marL="12700" marR="12700" marT="12700" marB="0" anchor="t" anchorCtr="0" horzOverflow="overflow">
                    <a:lnL w="12700"/>
                    <a:lnR w="12700"/>
                    <a:lnT w="12700"/>
                    <a:lnB w="12700"/>
                  </a:tcPr>
                </a:tc>
                <a:tc>
                  <a:txBody>
                    <a:bodyPr/>
                    <a:lstStyle/>
                    <a:p>
                      <a:pPr defTabSz="914400">
                        <a:buNone/>
                      </a:pPr>
                    </a:p>
                  </a:txBody>
                  <a:tcPr marL="12700" marR="12700" marT="12700" marB="0" anchor="t" anchorCtr="0" horzOverflow="overflow">
                    <a:lnL w="12700"/>
                    <a:lnR w="12700"/>
                    <a:lnT w="12700"/>
                    <a:lnB w="12700"/>
                  </a:tcPr>
                </a:tc>
                <a:tc>
                  <a:txBody>
                    <a:bodyPr/>
                    <a:lstStyle/>
                    <a:p>
                      <a:pPr defTabSz="914400">
                        <a:buNone/>
                      </a:pPr>
                    </a:p>
                  </a:txBody>
                  <a:tcPr marL="12700" marR="12700" marT="12700" marB="0" anchor="t" anchorCtr="0" horzOverflow="overflow">
                    <a:lnL w="12700"/>
                    <a:lnR w="12700"/>
                    <a:lnT w="12700"/>
                    <a:lnB w="12700"/>
                    <a:solidFill>
                      <a:srgbClr val="557DB7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buNone/>
                      </a:pPr>
                    </a:p>
                  </a:txBody>
                  <a:tcPr marL="12700" marR="12700" marT="12700" marB="0" anchor="t" anchorCtr="0" horzOverflow="overflow">
                    <a:lnL w="12700"/>
                    <a:lnT w="12700"/>
                    <a:lnB w="12700"/>
                    <a:solidFill>
                      <a:srgbClr val="CB5057"/>
                    </a:solidFill>
                  </a:tcPr>
                </a:tc>
              </a:tr>
              <a:tr h="156606">
                <a:tc>
                  <a:txBody>
                    <a:bodyPr/>
                    <a:lstStyle/>
                    <a:p>
                      <a:pPr defTabSz="914400">
                        <a:buNone/>
                      </a:pPr>
                    </a:p>
                  </a:txBody>
                  <a:tcPr marL="12700" marR="12700" marT="12700" marB="0" anchor="t" anchorCtr="0" horzOverflow="overflow">
                    <a:lnR w="12700"/>
                    <a:lnT w="12700"/>
                    <a:lnB w="12700"/>
                    <a:solidFill>
                      <a:srgbClr val="CB5057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buNone/>
                      </a:pPr>
                    </a:p>
                  </a:txBody>
                  <a:tcPr marL="12700" marR="12700" marT="12700" marB="0" anchor="t" anchorCtr="0" horzOverflow="overflow">
                    <a:lnL w="12700"/>
                    <a:lnR w="12700"/>
                    <a:lnT w="12700"/>
                    <a:lnB w="12700"/>
                    <a:solidFill>
                      <a:srgbClr val="CB5057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buNone/>
                      </a:pPr>
                    </a:p>
                  </a:txBody>
                  <a:tcPr marL="12700" marR="12700" marT="12700" marB="0" anchor="t" anchorCtr="0" horzOverflow="overflow">
                    <a:lnL w="12700"/>
                    <a:lnR w="12700"/>
                    <a:lnT w="12700"/>
                    <a:lnB w="12700"/>
                    <a:solidFill>
                      <a:srgbClr val="CB5057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buNone/>
                      </a:pPr>
                    </a:p>
                  </a:txBody>
                  <a:tcPr marL="12700" marR="12700" marT="12700" marB="0" anchor="t" anchorCtr="0" horzOverflow="overflow">
                    <a:lnL w="12700"/>
                    <a:lnR w="12700"/>
                    <a:lnT w="12700"/>
                    <a:lnB w="12700"/>
                    <a:solidFill>
                      <a:srgbClr val="557DB7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buNone/>
                      </a:pPr>
                    </a:p>
                  </a:txBody>
                  <a:tcPr marL="12700" marR="12700" marT="12700" marB="0" anchor="t" anchorCtr="0" horzOverflow="overflow">
                    <a:lnL w="12700"/>
                    <a:lnR w="12700"/>
                    <a:lnT w="12700"/>
                    <a:lnB w="12700"/>
                    <a:solidFill>
                      <a:srgbClr val="557DB7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buNone/>
                      </a:pPr>
                    </a:p>
                  </a:txBody>
                  <a:tcPr marL="12700" marR="12700" marT="12700" marB="0" anchor="t" anchorCtr="0" horzOverflow="overflow">
                    <a:lnL w="12700"/>
                    <a:lnR w="12700"/>
                    <a:lnT w="12700"/>
                    <a:lnB w="12700"/>
                    <a:solidFill>
                      <a:srgbClr val="CFCFC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buNone/>
                      </a:pPr>
                    </a:p>
                  </a:txBody>
                  <a:tcPr marL="12700" marR="12700" marT="12700" marB="0" anchor="t" anchorCtr="0" horzOverflow="overflow">
                    <a:lnL w="12700"/>
                    <a:lnR w="12700"/>
                    <a:lnT w="12700"/>
                    <a:lnB w="12700"/>
                  </a:tcPr>
                </a:tc>
                <a:tc>
                  <a:txBody>
                    <a:bodyPr/>
                    <a:lstStyle/>
                    <a:p>
                      <a:pPr defTabSz="914400">
                        <a:buNone/>
                      </a:pPr>
                    </a:p>
                  </a:txBody>
                  <a:tcPr marL="12700" marR="12700" marT="12700" marB="0" anchor="t" anchorCtr="0" horzOverflow="overflow">
                    <a:lnL w="12700"/>
                    <a:lnR w="12700"/>
                    <a:lnT w="12700"/>
                    <a:lnB w="12700"/>
                    <a:solidFill>
                      <a:srgbClr val="557DB7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buNone/>
                      </a:pPr>
                    </a:p>
                  </a:txBody>
                  <a:tcPr marL="12700" marR="12700" marT="12700" marB="0" anchor="t" anchorCtr="0" horzOverflow="overflow">
                    <a:lnL w="12700"/>
                    <a:lnT w="12700"/>
                    <a:lnB w="12700"/>
                    <a:solidFill>
                      <a:srgbClr val="CB5057"/>
                    </a:solidFill>
                  </a:tcPr>
                </a:tc>
              </a:tr>
              <a:tr h="156606">
                <a:tc>
                  <a:txBody>
                    <a:bodyPr/>
                    <a:lstStyle/>
                    <a:p>
                      <a:pPr defTabSz="914400">
                        <a:buNone/>
                      </a:pPr>
                    </a:p>
                  </a:txBody>
                  <a:tcPr marL="12700" marR="12700" marT="12700" marB="0" anchor="t" anchorCtr="0" horzOverflow="overflow">
                    <a:lnR w="12700"/>
                    <a:lnT w="12700"/>
                    <a:lnB w="12700"/>
                    <a:solidFill>
                      <a:srgbClr val="557DB7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buNone/>
                      </a:pPr>
                    </a:p>
                  </a:txBody>
                  <a:tcPr marL="12700" marR="12700" marT="12700" marB="0" anchor="t" anchorCtr="0" horzOverflow="overflow">
                    <a:lnL w="12700"/>
                    <a:lnR w="12700"/>
                    <a:lnT w="12700"/>
                    <a:lnB w="12700"/>
                    <a:solidFill>
                      <a:srgbClr val="557DB7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buNone/>
                      </a:pPr>
                    </a:p>
                  </a:txBody>
                  <a:tcPr marL="12700" marR="12700" marT="12700" marB="0" anchor="t" anchorCtr="0" horzOverflow="overflow">
                    <a:lnL w="12700"/>
                    <a:lnR w="12700"/>
                    <a:lnT w="12700"/>
                    <a:lnB w="12700"/>
                    <a:solidFill>
                      <a:srgbClr val="557DB7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buNone/>
                      </a:pPr>
                    </a:p>
                  </a:txBody>
                  <a:tcPr marL="12700" marR="12700" marT="12700" marB="0" anchor="t" anchorCtr="0" horzOverflow="overflow">
                    <a:lnL w="12700"/>
                    <a:lnR w="12700"/>
                    <a:lnT w="12700"/>
                    <a:lnB w="12700"/>
                    <a:solidFill>
                      <a:srgbClr val="CB5057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buNone/>
                      </a:pPr>
                    </a:p>
                  </a:txBody>
                  <a:tcPr marL="12700" marR="12700" marT="12700" marB="0" anchor="t" anchorCtr="0" horzOverflow="overflow">
                    <a:lnL w="12700"/>
                    <a:lnR w="12700"/>
                    <a:lnT w="12700"/>
                    <a:lnB w="12700"/>
                    <a:solidFill>
                      <a:srgbClr val="CB5057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buNone/>
                      </a:pPr>
                    </a:p>
                  </a:txBody>
                  <a:tcPr marL="12700" marR="12700" marT="12700" marB="0" anchor="t" anchorCtr="0" horzOverflow="overflow">
                    <a:lnL w="12700"/>
                    <a:lnR w="12700"/>
                    <a:lnT w="12700"/>
                    <a:lnB w="12700"/>
                    <a:solidFill>
                      <a:srgbClr val="CB5057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buNone/>
                      </a:pPr>
                    </a:p>
                  </a:txBody>
                  <a:tcPr marL="12700" marR="12700" marT="12700" marB="0" anchor="t" anchorCtr="0" horzOverflow="overflow">
                    <a:lnL w="12700"/>
                    <a:lnR w="12700"/>
                    <a:lnT w="12700"/>
                    <a:lnB w="12700"/>
                    <a:solidFill>
                      <a:srgbClr val="CFCFC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buNone/>
                      </a:pPr>
                    </a:p>
                  </a:txBody>
                  <a:tcPr marL="12700" marR="12700" marT="12700" marB="0" anchor="t" anchorCtr="0" horzOverflow="overflow">
                    <a:lnL w="12700"/>
                    <a:lnR w="12700"/>
                    <a:lnT w="12700"/>
                    <a:lnB w="12700"/>
                    <a:solidFill>
                      <a:srgbClr val="CB5057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buNone/>
                      </a:pPr>
                    </a:p>
                  </a:txBody>
                  <a:tcPr marL="12700" marR="12700" marT="12700" marB="0" anchor="t" anchorCtr="0" horzOverflow="overflow">
                    <a:lnL w="12700"/>
                    <a:lnT w="12700"/>
                    <a:lnB w="12700"/>
                    <a:solidFill>
                      <a:srgbClr val="557DB7"/>
                    </a:solidFill>
                  </a:tcPr>
                </a:tc>
              </a:tr>
              <a:tr h="156606">
                <a:tc>
                  <a:txBody>
                    <a:bodyPr/>
                    <a:lstStyle/>
                    <a:p>
                      <a:pPr defTabSz="914400">
                        <a:buNone/>
                      </a:pPr>
                    </a:p>
                  </a:txBody>
                  <a:tcPr marL="12700" marR="12700" marT="12700" marB="0" anchor="t" anchorCtr="0" horzOverflow="overflow">
                    <a:lnR w="12700"/>
                    <a:lnT w="12700"/>
                    <a:lnB w="12700"/>
                    <a:solidFill>
                      <a:srgbClr val="557DB7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buNone/>
                      </a:pPr>
                    </a:p>
                  </a:txBody>
                  <a:tcPr marL="12700" marR="12700" marT="12700" marB="0" anchor="t" anchorCtr="0" horzOverflow="overflow">
                    <a:lnL w="12700"/>
                    <a:lnR w="12700"/>
                    <a:lnT w="12700"/>
                    <a:lnB w="12700"/>
                    <a:solidFill>
                      <a:srgbClr val="557DB7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buNone/>
                      </a:pPr>
                    </a:p>
                  </a:txBody>
                  <a:tcPr marL="12700" marR="12700" marT="12700" marB="0" anchor="t" anchorCtr="0" horzOverflow="overflow">
                    <a:lnL w="12700"/>
                    <a:lnR w="12700"/>
                    <a:lnT w="12700"/>
                    <a:lnB w="12700"/>
                    <a:solidFill>
                      <a:srgbClr val="557DB7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buNone/>
                      </a:pPr>
                    </a:p>
                  </a:txBody>
                  <a:tcPr marL="12700" marR="12700" marT="12700" marB="0" anchor="t" anchorCtr="0" horzOverflow="overflow">
                    <a:lnL w="12700"/>
                    <a:lnR w="12700"/>
                    <a:lnT w="12700"/>
                    <a:lnB w="12700"/>
                    <a:solidFill>
                      <a:srgbClr val="CB5057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buNone/>
                      </a:pPr>
                    </a:p>
                  </a:txBody>
                  <a:tcPr marL="12700" marR="12700" marT="12700" marB="0" anchor="t" anchorCtr="0" horzOverflow="overflow">
                    <a:lnL w="12700"/>
                    <a:lnR w="12700"/>
                    <a:lnT w="12700"/>
                    <a:lnB w="12700"/>
                    <a:solidFill>
                      <a:srgbClr val="CB5057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buNone/>
                      </a:pPr>
                    </a:p>
                  </a:txBody>
                  <a:tcPr marL="12700" marR="12700" marT="12700" marB="0" anchor="t" anchorCtr="0" horzOverflow="overflow">
                    <a:lnL w="12700"/>
                    <a:lnR w="12700"/>
                    <a:lnT w="12700"/>
                    <a:lnB w="12700"/>
                    <a:solidFill>
                      <a:srgbClr val="CB5057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buNone/>
                      </a:pPr>
                    </a:p>
                  </a:txBody>
                  <a:tcPr marL="12700" marR="12700" marT="12700" marB="0" anchor="t" anchorCtr="0" horzOverflow="overflow">
                    <a:lnL w="12700"/>
                    <a:lnR w="12700"/>
                    <a:lnT w="12700"/>
                    <a:lnB w="12700"/>
                    <a:solidFill>
                      <a:srgbClr val="CB5057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buNone/>
                      </a:pPr>
                    </a:p>
                  </a:txBody>
                  <a:tcPr marL="12700" marR="12700" marT="12700" marB="0" anchor="t" anchorCtr="0" horzOverflow="overflow">
                    <a:lnL w="12700"/>
                    <a:lnR w="12700"/>
                    <a:lnT w="12700"/>
                    <a:lnB w="12700"/>
                    <a:solidFill>
                      <a:srgbClr val="CFCFC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buNone/>
                      </a:pPr>
                    </a:p>
                  </a:txBody>
                  <a:tcPr marL="12700" marR="12700" marT="12700" marB="0" anchor="t" anchorCtr="0" horzOverflow="overflow">
                    <a:lnL w="12700"/>
                    <a:lnT w="12700"/>
                    <a:lnB w="12700"/>
                    <a:solidFill>
                      <a:srgbClr val="557DB7"/>
                    </a:solidFill>
                  </a:tcPr>
                </a:tc>
              </a:tr>
              <a:tr h="156606">
                <a:tc>
                  <a:txBody>
                    <a:bodyPr/>
                    <a:lstStyle/>
                    <a:p>
                      <a:pPr defTabSz="914400">
                        <a:buNone/>
                      </a:pPr>
                    </a:p>
                  </a:txBody>
                  <a:tcPr marL="12700" marR="12700" marT="12700" marB="0" anchor="t" anchorCtr="0" horzOverflow="overflow">
                    <a:lnR w="12700"/>
                    <a:lnT w="12700"/>
                  </a:tcPr>
                </a:tc>
                <a:tc>
                  <a:txBody>
                    <a:bodyPr/>
                    <a:lstStyle/>
                    <a:p>
                      <a:pPr defTabSz="914400">
                        <a:buNone/>
                      </a:pPr>
                    </a:p>
                  </a:txBody>
                  <a:tcPr marL="12700" marR="12700" marT="12700" marB="0" anchor="t" anchorCtr="0" horzOverflow="overflow">
                    <a:lnL w="12700"/>
                    <a:lnR w="12700"/>
                    <a:lnT w="12700"/>
                  </a:tcPr>
                </a:tc>
                <a:tc>
                  <a:txBody>
                    <a:bodyPr/>
                    <a:lstStyle/>
                    <a:p>
                      <a:pPr defTabSz="914400">
                        <a:buNone/>
                      </a:pPr>
                    </a:p>
                  </a:txBody>
                  <a:tcPr marL="12700" marR="12700" marT="12700" marB="0" anchor="t" anchorCtr="0" horzOverflow="overflow">
                    <a:lnL w="12700"/>
                    <a:lnR w="12700"/>
                    <a:lnT w="12700"/>
                  </a:tcPr>
                </a:tc>
                <a:tc>
                  <a:txBody>
                    <a:bodyPr/>
                    <a:lstStyle/>
                    <a:p>
                      <a:pPr defTabSz="914400">
                        <a:buNone/>
                      </a:pPr>
                    </a:p>
                  </a:txBody>
                  <a:tcPr marL="12700" marR="12700" marT="12700" marB="0" anchor="t" anchorCtr="0" horzOverflow="overflow">
                    <a:lnL w="12700"/>
                    <a:lnR w="12700"/>
                    <a:lnT w="12700"/>
                  </a:tcPr>
                </a:tc>
                <a:tc>
                  <a:txBody>
                    <a:bodyPr/>
                    <a:lstStyle/>
                    <a:p>
                      <a:pPr defTabSz="914400">
                        <a:buNone/>
                      </a:pPr>
                    </a:p>
                  </a:txBody>
                  <a:tcPr marL="12700" marR="12700" marT="12700" marB="0" anchor="t" anchorCtr="0" horzOverflow="overflow">
                    <a:lnL w="12700"/>
                    <a:lnR w="12700"/>
                    <a:lnT w="12700"/>
                  </a:tcPr>
                </a:tc>
                <a:tc>
                  <a:txBody>
                    <a:bodyPr/>
                    <a:lstStyle/>
                    <a:p>
                      <a:pPr defTabSz="914400">
                        <a:buNone/>
                      </a:pPr>
                    </a:p>
                  </a:txBody>
                  <a:tcPr marL="12700" marR="12700" marT="12700" marB="0" anchor="t" anchorCtr="0" horzOverflow="overflow">
                    <a:lnL w="12700"/>
                    <a:lnR w="12700"/>
                    <a:lnT w="12700"/>
                  </a:tcPr>
                </a:tc>
                <a:tc>
                  <a:txBody>
                    <a:bodyPr/>
                    <a:lstStyle/>
                    <a:p>
                      <a:pPr defTabSz="914400">
                        <a:buNone/>
                      </a:pPr>
                    </a:p>
                  </a:txBody>
                  <a:tcPr marL="12700" marR="12700" marT="12700" marB="0" anchor="t" anchorCtr="0" horzOverflow="overflow">
                    <a:lnL w="12700"/>
                    <a:lnR w="12700"/>
                    <a:lnT w="12700"/>
                  </a:tcPr>
                </a:tc>
                <a:tc>
                  <a:txBody>
                    <a:bodyPr/>
                    <a:lstStyle/>
                    <a:p>
                      <a:pPr defTabSz="914400">
                        <a:buNone/>
                      </a:pPr>
                    </a:p>
                  </a:txBody>
                  <a:tcPr marL="12700" marR="12700" marT="12700" marB="0" anchor="t" anchorCtr="0" horzOverflow="overflow">
                    <a:lnL w="12700"/>
                    <a:lnR w="12700"/>
                    <a:lnT w="12700"/>
                  </a:tcPr>
                </a:tc>
                <a:tc>
                  <a:txBody>
                    <a:bodyPr/>
                    <a:lstStyle/>
                    <a:p>
                      <a:pPr defTabSz="914400">
                        <a:buNone/>
                      </a:pPr>
                    </a:p>
                  </a:txBody>
                  <a:tcPr marL="12700" marR="12700" marT="12700" marB="0" anchor="t" anchorCtr="0" horzOverflow="overflow">
                    <a:lnL w="12700"/>
                    <a:lnT w="12700"/>
                    <a:solidFill>
                      <a:srgbClr val="CFCFCF"/>
                    </a:solidFill>
                  </a:tcPr>
                </a:tc>
              </a:tr>
            </a:tbl>
          </a:graphicData>
        </a:graphic>
      </p:graphicFrame>
      <p:sp>
        <p:nvSpPr>
          <p:cNvPr id="246" name="Circle">
            <a:extLst xmlns:a="http://schemas.openxmlformats.org/drawingml/2006/main">
              <a:ext uri="{FF2B5EF4-FFF2-40B4-BE49-F238E27FC236}">
                <a16:creationId xmlns:a16="http://schemas.microsoft.com/office/drawing/2014/main" id="{34821696-090F-4416-AC68-D92C2239F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185900" y="2515102"/>
            <a:ext cx="581530" cy="581529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88900">
            <a:solidFill>
              <a:srgbClr val="000000"/>
            </a:solidFill>
            <a:prstDash val="solid"/>
          </a:ln>
        </p:spPr>
        <p:txBody>
          <a:bodyPr xmlns:a="http://schemas.openxmlformats.org/drawingml/2006/main" wrap="square" lIns="50800" tIns="50800" rIns="50800" bIns="50800" anchor="ctr">
            <a:noAutofit/>
          </a:bodyPr>
          <a:lstStyle xmlns:a="http://schemas.openxmlformats.org/drawingml/2006/main"/>
          <a:p xmlns:a="http://schemas.openxmlformats.org/drawingml/2006/main">
            <a:pPr algn="ctr" defTabSz="825500">
              <a:lnSpc>
                <a:spcPct val="100000"/>
              </a:lnSpc>
              <a:spcBef>
                <a:spcPts val="0"/>
              </a:spcBef>
              <a:buNone/>
              <a:defRPr sz="2700">
                <a:latin typeface="Helvetica Neue Medium"/>
                <a:ea typeface="Helvetica Neue Medium"/>
                <a:cs typeface="Helvetica Neue Medium"/>
              </a:defRPr>
            </a:pPr>
          </a:p>
        </p:txBody>
      </p:sp>
      <p:cxnSp>
        <p:nvCxnSpPr>
          <p:cNvPr id="452" name="Connection Line"/>
          <p:cNvCxnSpPr>
            <a:stCxn xmlns:a="http://schemas.openxmlformats.org/drawingml/2006/main" id="248" idx="0"/>
            <a:endCxn xmlns:a="http://schemas.openxmlformats.org/drawingml/2006/main" id="246" idx="0"/>
          </p:cNvCxnSpPr>
          <p:nvPr/>
        </p:nvCxnSpPr>
        <p:spPr>
          <a:xfrm xmlns:a="http://schemas.openxmlformats.org/drawingml/2006/main" rot="0" flipH="1" flipV="1">
            <a:off x="17476664" y="2805866"/>
            <a:ext cx="1061418" cy="989486"/>
          </a:xfrm>
          <a:prstGeom xmlns:a="http://schemas.openxmlformats.org/drawingml/2006/main" prst="straightConnector1">
            <a:avLst/>
          </a:prstGeom>
          <a:ln xmlns:a="http://schemas.openxmlformats.org/drawingml/2006/main" w="63500" cap="flat">
            <a:solidFill>
              <a:srgbClr val="5471AB"/>
            </a:solidFill>
            <a:prstDash val="solid"/>
            <a:miter/>
            <a:headEnd type="triangle" w="med" len="med"/>
          </a:ln>
        </p:spPr>
      </p:cxnSp>
      <p:sp>
        <p:nvSpPr>
          <p:cNvPr id="248" name="Circle">
            <a:extLst xmlns:a="http://schemas.openxmlformats.org/drawingml/2006/main">
              <a:ext uri="{FF2B5EF4-FFF2-40B4-BE49-F238E27FC236}">
                <a16:creationId xmlns:a16="http://schemas.microsoft.com/office/drawing/2014/main" id="{04572EA3-18BD-4477-BB7C-002B427FA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8247317" y="3504586"/>
            <a:ext cx="581530" cy="58153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88900">
            <a:solidFill>
              <a:srgbClr val="000000"/>
            </a:solidFill>
            <a:prstDash val="solid"/>
          </a:ln>
        </p:spPr>
        <p:txBody>
          <a:bodyPr xmlns:a="http://schemas.openxmlformats.org/drawingml/2006/main" wrap="square" lIns="50800" tIns="50800" rIns="50800" bIns="50800" anchor="ctr">
            <a:noAutofit/>
          </a:bodyPr>
          <a:lstStyle xmlns:a="http://schemas.openxmlformats.org/drawingml/2006/main"/>
          <a:p xmlns:a="http://schemas.openxmlformats.org/drawingml/2006/main">
            <a:pPr algn="ctr" defTabSz="825500">
              <a:lnSpc>
                <a:spcPct val="100000"/>
              </a:lnSpc>
              <a:spcBef>
                <a:spcPts val="0"/>
              </a:spcBef>
              <a:buNone/>
              <a:defRPr sz="2700">
                <a:latin typeface="Helvetica Neue Medium"/>
                <a:ea typeface="Helvetica Neue Medium"/>
                <a:cs typeface="Helvetica Neue Medium"/>
              </a:defRPr>
            </a:pPr>
          </a:p>
        </p:txBody>
      </p:sp>
      <p:cxnSp>
        <p:nvCxnSpPr>
          <p:cNvPr id="454" name="Connection Line"/>
          <p:cNvCxnSpPr>
            <a:stCxn xmlns:a="http://schemas.openxmlformats.org/drawingml/2006/main" id="250" idx="0"/>
            <a:endCxn xmlns:a="http://schemas.openxmlformats.org/drawingml/2006/main" id="246" idx="0"/>
          </p:cNvCxnSpPr>
          <p:nvPr/>
        </p:nvCxnSpPr>
        <p:spPr>
          <a:xfrm xmlns:a="http://schemas.openxmlformats.org/drawingml/2006/main" rot="0" flipH="0" flipV="1">
            <a:off x="16790229" y="2805866"/>
            <a:ext cx="686436" cy="1240166"/>
          </a:xfrm>
          <a:prstGeom xmlns:a="http://schemas.openxmlformats.org/drawingml/2006/main" prst="straightConnector1">
            <a:avLst/>
          </a:prstGeom>
          <a:ln xmlns:a="http://schemas.openxmlformats.org/drawingml/2006/main" w="63500" cap="flat">
            <a:solidFill>
              <a:srgbClr val="B65655"/>
            </a:solidFill>
            <a:prstDash val="solid"/>
            <a:miter/>
            <a:headEnd type="triangle" w="med" len="med"/>
          </a:ln>
        </p:spPr>
      </p:cxnSp>
      <p:sp>
        <p:nvSpPr>
          <p:cNvPr id="250" name="Circle">
            <a:extLst xmlns:a="http://schemas.openxmlformats.org/drawingml/2006/main">
              <a:ext uri="{FF2B5EF4-FFF2-40B4-BE49-F238E27FC236}">
                <a16:creationId xmlns:a16="http://schemas.microsoft.com/office/drawing/2014/main" id="{F873AD72-8BBF-4348-83DB-95C74BEF0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499465" y="3755266"/>
            <a:ext cx="581530" cy="58153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88900">
            <a:solidFill>
              <a:srgbClr val="000000"/>
            </a:solidFill>
            <a:prstDash val="solid"/>
          </a:ln>
        </p:spPr>
        <p:txBody>
          <a:bodyPr xmlns:a="http://schemas.openxmlformats.org/drawingml/2006/main" wrap="square" lIns="50800" tIns="50800" rIns="50800" bIns="50800" anchor="ctr">
            <a:noAutofit/>
          </a:bodyPr>
          <a:lstStyle xmlns:a="http://schemas.openxmlformats.org/drawingml/2006/main"/>
          <a:p xmlns:a="http://schemas.openxmlformats.org/drawingml/2006/main">
            <a:pPr algn="ctr" defTabSz="825500">
              <a:lnSpc>
                <a:spcPct val="100000"/>
              </a:lnSpc>
              <a:spcBef>
                <a:spcPts val="0"/>
              </a:spcBef>
              <a:buNone/>
              <a:defRPr sz="2700">
                <a:latin typeface="Helvetica Neue Medium"/>
                <a:ea typeface="Helvetica Neue Medium"/>
                <a:cs typeface="Helvetica Neue Medium"/>
              </a:defRPr>
            </a:pPr>
          </a:p>
        </p:txBody>
      </p:sp>
      <p:sp>
        <p:nvSpPr>
          <p:cNvPr id="251" name="Circle">
            <a:extLst xmlns:a="http://schemas.openxmlformats.org/drawingml/2006/main">
              <a:ext uri="{FF2B5EF4-FFF2-40B4-BE49-F238E27FC236}">
                <a16:creationId xmlns:a16="http://schemas.microsoft.com/office/drawing/2014/main" id="{C009607B-0C5E-4A89-8967-D44AE199B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493549" y="4634532"/>
            <a:ext cx="581530" cy="58153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88900">
            <a:solidFill>
              <a:srgbClr val="000000"/>
            </a:solidFill>
            <a:prstDash val="solid"/>
          </a:ln>
        </p:spPr>
        <p:txBody>
          <a:bodyPr xmlns:a="http://schemas.openxmlformats.org/drawingml/2006/main" wrap="square" lIns="50800" tIns="50800" rIns="50800" bIns="50800" anchor="ctr">
            <a:noAutofit/>
          </a:bodyPr>
          <a:lstStyle xmlns:a="http://schemas.openxmlformats.org/drawingml/2006/main"/>
          <a:p xmlns:a="http://schemas.openxmlformats.org/drawingml/2006/main">
            <a:pPr algn="ctr" defTabSz="825500">
              <a:lnSpc>
                <a:spcPct val="100000"/>
              </a:lnSpc>
              <a:spcBef>
                <a:spcPts val="0"/>
              </a:spcBef>
              <a:buNone/>
              <a:defRPr sz="2700">
                <a:latin typeface="Helvetica Neue Medium"/>
                <a:ea typeface="Helvetica Neue Medium"/>
                <a:cs typeface="Helvetica Neue Medium"/>
              </a:defRPr>
            </a:pPr>
          </a:p>
        </p:txBody>
      </p:sp>
      <p:cxnSp>
        <p:nvCxnSpPr>
          <p:cNvPr id="457" name="Connection Line"/>
          <p:cNvCxnSpPr>
            <a:stCxn xmlns:a="http://schemas.openxmlformats.org/drawingml/2006/main" id="251" idx="0"/>
            <a:endCxn xmlns:a="http://schemas.openxmlformats.org/drawingml/2006/main" id="248" idx="0"/>
          </p:cNvCxnSpPr>
          <p:nvPr/>
        </p:nvCxnSpPr>
        <p:spPr>
          <a:xfrm xmlns:a="http://schemas.openxmlformats.org/drawingml/2006/main" rot="0" flipH="0" flipV="1">
            <a:off x="17784313" y="3795351"/>
            <a:ext cx="753769" cy="1129945"/>
          </a:xfrm>
          <a:prstGeom xmlns:a="http://schemas.openxmlformats.org/drawingml/2006/main" prst="straightConnector1">
            <a:avLst/>
          </a:prstGeom>
          <a:ln xmlns:a="http://schemas.openxmlformats.org/drawingml/2006/main" w="63500" cap="flat">
            <a:solidFill>
              <a:srgbClr val="B65655"/>
            </a:solidFill>
            <a:prstDash val="solid"/>
            <a:miter/>
            <a:headEnd type="triangle" w="med" len="med"/>
          </a:ln>
        </p:spPr>
      </p:cxnSp>
      <p:cxnSp>
        <p:nvCxnSpPr>
          <p:cNvPr id="458" name="Connection Line"/>
          <p:cNvCxnSpPr>
            <a:stCxn xmlns:a="http://schemas.openxmlformats.org/drawingml/2006/main" id="251" idx="0"/>
            <a:endCxn xmlns:a="http://schemas.openxmlformats.org/drawingml/2006/main" id="248" idx="0"/>
          </p:cNvCxnSpPr>
          <p:nvPr/>
        </p:nvCxnSpPr>
        <p:spPr>
          <a:xfrm xmlns:a="http://schemas.openxmlformats.org/drawingml/2006/main" rot="0" flipH="0" flipV="1">
            <a:off x="17784313" y="3795351"/>
            <a:ext cx="753769" cy="1129945"/>
          </a:xfrm>
          <a:prstGeom xmlns:a="http://schemas.openxmlformats.org/drawingml/2006/main" prst="straightConnector1">
            <a:avLst/>
          </a:prstGeom>
          <a:ln xmlns:a="http://schemas.openxmlformats.org/drawingml/2006/main" w="63500" cap="flat">
            <a:solidFill>
              <a:srgbClr val="5471AB"/>
            </a:solidFill>
            <a:prstDash val="solid"/>
            <a:miter/>
            <a:tailEnd type="triangle" w="med" len="med"/>
          </a:ln>
        </p:spPr>
      </p:cxnSp>
      <p:sp>
        <p:nvSpPr>
          <p:cNvPr id="254" name="Circle">
            <a:extLst xmlns:a="http://schemas.openxmlformats.org/drawingml/2006/main">
              <a:ext uri="{FF2B5EF4-FFF2-40B4-BE49-F238E27FC236}">
                <a16:creationId xmlns:a16="http://schemas.microsoft.com/office/drawing/2014/main" id="{9D734661-4547-4802-97B3-1F8C65287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226295" y="3504586"/>
            <a:ext cx="581529" cy="58153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88900">
            <a:solidFill>
              <a:srgbClr val="000000"/>
            </a:solidFill>
            <a:prstDash val="solid"/>
          </a:ln>
        </p:spPr>
        <p:txBody>
          <a:bodyPr xmlns:a="http://schemas.openxmlformats.org/drawingml/2006/main" wrap="square" lIns="50800" tIns="50800" rIns="50800" bIns="50800" anchor="ctr">
            <a:noAutofit/>
          </a:bodyPr>
          <a:lstStyle xmlns:a="http://schemas.openxmlformats.org/drawingml/2006/main"/>
          <a:p xmlns:a="http://schemas.openxmlformats.org/drawingml/2006/main">
            <a:pPr algn="ctr" defTabSz="825500">
              <a:lnSpc>
                <a:spcPct val="100000"/>
              </a:lnSpc>
              <a:spcBef>
                <a:spcPts val="0"/>
              </a:spcBef>
              <a:buNone/>
              <a:defRPr sz="2700">
                <a:latin typeface="Helvetica Neue Medium"/>
                <a:ea typeface="Helvetica Neue Medium"/>
                <a:cs typeface="Helvetica Neue Medium"/>
              </a:defRPr>
            </a:pPr>
          </a:p>
        </p:txBody>
      </p:sp>
      <p:cxnSp>
        <p:nvCxnSpPr>
          <p:cNvPr id="460" name="Connection Line"/>
          <p:cNvCxnSpPr>
            <a:stCxn xmlns:a="http://schemas.openxmlformats.org/drawingml/2006/main" id="254" idx="0"/>
            <a:endCxn xmlns:a="http://schemas.openxmlformats.org/drawingml/2006/main" id="246" idx="0"/>
          </p:cNvCxnSpPr>
          <p:nvPr/>
        </p:nvCxnSpPr>
        <p:spPr>
          <a:xfrm xmlns:a="http://schemas.openxmlformats.org/drawingml/2006/main" rot="0" flipH="0" flipV="1">
            <a:off x="15517059" y="2805866"/>
            <a:ext cx="1959606" cy="989486"/>
          </a:xfrm>
          <a:prstGeom xmlns:a="http://schemas.openxmlformats.org/drawingml/2006/main" prst="straightConnector1">
            <a:avLst/>
          </a:prstGeom>
          <a:ln xmlns:a="http://schemas.openxmlformats.org/drawingml/2006/main" w="63500" cap="flat">
            <a:solidFill>
              <a:srgbClr val="B65655"/>
            </a:solidFill>
            <a:prstDash val="solid"/>
            <a:miter/>
            <a:headEnd type="triangle" w="med" len="med"/>
          </a:ln>
        </p:spPr>
      </p:cxnSp>
      <p:sp>
        <p:nvSpPr>
          <p:cNvPr id="256" name="Circle">
            <a:extLst xmlns:a="http://schemas.openxmlformats.org/drawingml/2006/main">
              <a:ext uri="{FF2B5EF4-FFF2-40B4-BE49-F238E27FC236}">
                <a16:creationId xmlns:a16="http://schemas.microsoft.com/office/drawing/2014/main" id="{F5A33E4F-D583-4B3F-998B-F1E6E0380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247188" y="5000164"/>
            <a:ext cx="581530" cy="58153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88900">
            <a:solidFill>
              <a:srgbClr val="000000"/>
            </a:solidFill>
            <a:prstDash val="solid"/>
          </a:ln>
        </p:spPr>
        <p:txBody>
          <a:bodyPr xmlns:a="http://schemas.openxmlformats.org/drawingml/2006/main" wrap="square" lIns="50800" tIns="50800" rIns="50800" bIns="50800" anchor="ctr">
            <a:noAutofit/>
          </a:bodyPr>
          <a:lstStyle xmlns:a="http://schemas.openxmlformats.org/drawingml/2006/main"/>
          <a:p xmlns:a="http://schemas.openxmlformats.org/drawingml/2006/main">
            <a:pPr algn="ctr" defTabSz="825500">
              <a:lnSpc>
                <a:spcPct val="100000"/>
              </a:lnSpc>
              <a:spcBef>
                <a:spcPts val="0"/>
              </a:spcBef>
              <a:buNone/>
              <a:defRPr sz="2700">
                <a:latin typeface="Helvetica Neue Medium"/>
                <a:ea typeface="Helvetica Neue Medium"/>
                <a:cs typeface="Helvetica Neue Medium"/>
              </a:defRPr>
            </a:pPr>
          </a:p>
        </p:txBody>
      </p:sp>
      <p:cxnSp>
        <p:nvCxnSpPr>
          <p:cNvPr id="462" name="Connection Line"/>
          <p:cNvCxnSpPr>
            <a:stCxn xmlns:a="http://schemas.openxmlformats.org/drawingml/2006/main" id="256" idx="0"/>
            <a:endCxn xmlns:a="http://schemas.openxmlformats.org/drawingml/2006/main" id="254" idx="0"/>
          </p:cNvCxnSpPr>
          <p:nvPr/>
        </p:nvCxnSpPr>
        <p:spPr>
          <a:xfrm xmlns:a="http://schemas.openxmlformats.org/drawingml/2006/main" rot="0" flipH="1" flipV="1">
            <a:off x="15517059" y="3795351"/>
            <a:ext cx="1020895" cy="1495578"/>
          </a:xfrm>
          <a:prstGeom xmlns:a="http://schemas.openxmlformats.org/drawingml/2006/main" prst="straightConnector1">
            <a:avLst/>
          </a:prstGeom>
          <a:ln xmlns:a="http://schemas.openxmlformats.org/drawingml/2006/main" w="63500" cap="flat">
            <a:solidFill>
              <a:srgbClr val="5471AB"/>
            </a:solidFill>
            <a:prstDash val="solid"/>
            <a:miter/>
            <a:headEnd type="triangle" w="med" len="med"/>
          </a:ln>
        </p:spPr>
      </p:cxnSp>
      <p:cxnSp>
        <p:nvCxnSpPr>
          <p:cNvPr id="463" name="Connection Line"/>
          <p:cNvCxnSpPr>
            <a:stCxn xmlns:a="http://schemas.openxmlformats.org/drawingml/2006/main" id="256" idx="0"/>
            <a:endCxn xmlns:a="http://schemas.openxmlformats.org/drawingml/2006/main" id="250" idx="0"/>
          </p:cNvCxnSpPr>
          <p:nvPr/>
        </p:nvCxnSpPr>
        <p:spPr>
          <a:xfrm xmlns:a="http://schemas.openxmlformats.org/drawingml/2006/main" rot="0" flipH="0" flipV="1">
            <a:off x="16537953" y="4046031"/>
            <a:ext cx="252277" cy="1244898"/>
          </a:xfrm>
          <a:prstGeom xmlns:a="http://schemas.openxmlformats.org/drawingml/2006/main" prst="straightConnector1">
            <a:avLst/>
          </a:prstGeom>
          <a:ln xmlns:a="http://schemas.openxmlformats.org/drawingml/2006/main" w="63500" cap="flat">
            <a:solidFill>
              <a:srgbClr val="5471AB"/>
            </a:solidFill>
            <a:prstDash val="solid"/>
            <a:miter/>
            <a:headEnd type="triangle" w="med" len="med"/>
          </a:ln>
        </p:spPr>
      </p:cxnSp>
      <p:cxnSp>
        <p:nvCxnSpPr>
          <p:cNvPr id="464" name="Connection Line"/>
          <p:cNvCxnSpPr>
            <a:stCxn xmlns:a="http://schemas.openxmlformats.org/drawingml/2006/main" id="250" idx="0"/>
            <a:endCxn xmlns:a="http://schemas.openxmlformats.org/drawingml/2006/main" id="254" idx="0"/>
          </p:cNvCxnSpPr>
          <p:nvPr/>
        </p:nvCxnSpPr>
        <p:spPr>
          <a:xfrm xmlns:a="http://schemas.openxmlformats.org/drawingml/2006/main" rot="0" flipH="1" flipV="1">
            <a:off x="15517059" y="3795351"/>
            <a:ext cx="1273171" cy="250681"/>
          </a:xfrm>
          <a:prstGeom xmlns:a="http://schemas.openxmlformats.org/drawingml/2006/main" prst="straightConnector1">
            <a:avLst/>
          </a:prstGeom>
          <a:ln xmlns:a="http://schemas.openxmlformats.org/drawingml/2006/main" w="63500" cap="flat">
            <a:solidFill>
              <a:srgbClr val="B65655"/>
            </a:solidFill>
            <a:prstDash val="solid"/>
            <a:miter/>
            <a:headEnd type="triangle" w="med" len="med"/>
          </a:ln>
        </p:spPr>
      </p:cxnSp>
      <p:sp>
        <p:nvSpPr>
          <p:cNvPr id="260" name="Circle">
            <a:extLst xmlns:a="http://schemas.openxmlformats.org/drawingml/2006/main">
              <a:ext uri="{FF2B5EF4-FFF2-40B4-BE49-F238E27FC236}">
                <a16:creationId xmlns:a16="http://schemas.microsoft.com/office/drawing/2014/main" id="{C9DDF224-9D35-49A5-A2FA-D1F143088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185900" y="6032066"/>
            <a:ext cx="581530" cy="58153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88900">
            <a:solidFill>
              <a:srgbClr val="000000"/>
            </a:solidFill>
            <a:prstDash val="solid"/>
          </a:ln>
        </p:spPr>
        <p:txBody>
          <a:bodyPr xmlns:a="http://schemas.openxmlformats.org/drawingml/2006/main" wrap="square" lIns="50800" tIns="50800" rIns="50800" bIns="50800" anchor="ctr">
            <a:noAutofit/>
          </a:bodyPr>
          <a:lstStyle xmlns:a="http://schemas.openxmlformats.org/drawingml/2006/main"/>
          <a:p xmlns:a="http://schemas.openxmlformats.org/drawingml/2006/main">
            <a:pPr algn="ctr" defTabSz="825500">
              <a:lnSpc>
                <a:spcPct val="100000"/>
              </a:lnSpc>
              <a:spcBef>
                <a:spcPts val="0"/>
              </a:spcBef>
              <a:buNone/>
              <a:defRPr sz="2700">
                <a:latin typeface="Helvetica Neue Medium"/>
                <a:ea typeface="Helvetica Neue Medium"/>
                <a:cs typeface="Helvetica Neue Medium"/>
              </a:defRPr>
            </a:pPr>
          </a:p>
        </p:txBody>
      </p:sp>
      <p:cxnSp>
        <p:nvCxnSpPr>
          <p:cNvPr id="466" name="Connection Line"/>
          <p:cNvCxnSpPr>
            <a:stCxn xmlns:a="http://schemas.openxmlformats.org/drawingml/2006/main" id="251" idx="0"/>
            <a:endCxn xmlns:a="http://schemas.openxmlformats.org/drawingml/2006/main" id="260" idx="0"/>
          </p:cNvCxnSpPr>
          <p:nvPr/>
        </p:nvCxnSpPr>
        <p:spPr>
          <a:xfrm xmlns:a="http://schemas.openxmlformats.org/drawingml/2006/main" rot="0" flipH="1" flipV="0">
            <a:off x="17476664" y="4925296"/>
            <a:ext cx="307650" cy="1397536"/>
          </a:xfrm>
          <a:prstGeom xmlns:a="http://schemas.openxmlformats.org/drawingml/2006/main" prst="straightConnector1">
            <a:avLst/>
          </a:prstGeom>
          <a:ln xmlns:a="http://schemas.openxmlformats.org/drawingml/2006/main" w="63500" cap="flat">
            <a:solidFill>
              <a:srgbClr val="5471AB"/>
            </a:solidFill>
            <a:prstDash val="solid"/>
            <a:miter/>
            <a:tailEnd type="triangle" w="med" len="med"/>
          </a:ln>
        </p:spPr>
      </p:cxnSp>
      <p:cxnSp>
        <p:nvCxnSpPr>
          <p:cNvPr id="467" name="Connection Line"/>
          <p:cNvCxnSpPr>
            <a:stCxn xmlns:a="http://schemas.openxmlformats.org/drawingml/2006/main" id="260" idx="0"/>
            <a:endCxn xmlns:a="http://schemas.openxmlformats.org/drawingml/2006/main" id="256" idx="0"/>
          </p:cNvCxnSpPr>
          <p:nvPr/>
        </p:nvCxnSpPr>
        <p:spPr>
          <a:xfrm xmlns:a="http://schemas.openxmlformats.org/drawingml/2006/main" rot="0" flipH="1" flipV="1">
            <a:off x="16537953" y="5290929"/>
            <a:ext cx="938712" cy="1031903"/>
          </a:xfrm>
          <a:prstGeom xmlns:a="http://schemas.openxmlformats.org/drawingml/2006/main" prst="straightConnector1">
            <a:avLst/>
          </a:prstGeom>
          <a:ln xmlns:a="http://schemas.openxmlformats.org/drawingml/2006/main" w="63500" cap="flat">
            <a:solidFill>
              <a:srgbClr val="B65655"/>
            </a:solidFill>
            <a:prstDash val="solid"/>
            <a:miter/>
            <a:headEnd type="triangle" w="med" len="med"/>
          </a:ln>
        </p:spPr>
      </p:cxnSp>
      <p:cxnSp>
        <p:nvCxnSpPr>
          <p:cNvPr id="468" name="Connection Line"/>
          <p:cNvCxnSpPr>
            <a:stCxn xmlns:a="http://schemas.openxmlformats.org/drawingml/2006/main" id="260" idx="0"/>
            <a:endCxn xmlns:a="http://schemas.openxmlformats.org/drawingml/2006/main" id="246" idx="0"/>
          </p:cNvCxnSpPr>
          <p:nvPr/>
        </p:nvCxnSpPr>
        <p:spPr>
          <a:xfrm xmlns:a="http://schemas.openxmlformats.org/drawingml/2006/main" rot="0" flipH="0" flipV="1">
            <a:off x="17476664" y="2805866"/>
            <a:ext cx="1" cy="3516966"/>
          </a:xfrm>
          <a:prstGeom xmlns:a="http://schemas.openxmlformats.org/drawingml/2006/main" prst="straightConnector1">
            <a:avLst/>
          </a:prstGeom>
          <a:ln xmlns:a="http://schemas.openxmlformats.org/drawingml/2006/main" w="63500" cap="flat">
            <a:solidFill>
              <a:srgbClr val="5471AB"/>
            </a:solidFill>
            <a:prstDash val="solid"/>
            <a:miter/>
            <a:tailEnd type="triangle" w="med" len="med"/>
          </a:ln>
        </p:spPr>
      </p:cxnSp>
      <p:cxnSp>
        <p:nvCxnSpPr>
          <p:cNvPr id="469" name="Connection Line"/>
          <p:cNvCxnSpPr>
            <a:stCxn xmlns:a="http://schemas.openxmlformats.org/drawingml/2006/main" id="260" idx="0"/>
            <a:endCxn xmlns:a="http://schemas.openxmlformats.org/drawingml/2006/main" id="254" idx="0"/>
          </p:cNvCxnSpPr>
          <p:nvPr/>
        </p:nvCxnSpPr>
        <p:spPr>
          <a:xfrm xmlns:a="http://schemas.openxmlformats.org/drawingml/2006/main" rot="0" flipH="1" flipV="1">
            <a:off x="15517059" y="3795351"/>
            <a:ext cx="1959606" cy="2527481"/>
          </a:xfrm>
          <a:prstGeom xmlns:a="http://schemas.openxmlformats.org/drawingml/2006/main" prst="straightConnector1">
            <a:avLst/>
          </a:prstGeom>
          <a:ln xmlns:a="http://schemas.openxmlformats.org/drawingml/2006/main" w="63500" cap="flat">
            <a:solidFill>
              <a:srgbClr val="5471AB"/>
            </a:solidFill>
            <a:prstDash val="solid"/>
            <a:miter/>
            <a:tailEnd type="triangle" w="med" len="med"/>
          </a:ln>
        </p:spPr>
      </p:cxnSp>
      <p:cxnSp>
        <p:nvCxnSpPr>
          <p:cNvPr id="470" name="Connection Line"/>
          <p:cNvCxnSpPr>
            <a:stCxn xmlns:a="http://schemas.openxmlformats.org/drawingml/2006/main" id="260" idx="0"/>
            <a:endCxn xmlns:a="http://schemas.openxmlformats.org/drawingml/2006/main" id="250" idx="0"/>
          </p:cNvCxnSpPr>
          <p:nvPr/>
        </p:nvCxnSpPr>
        <p:spPr>
          <a:xfrm xmlns:a="http://schemas.openxmlformats.org/drawingml/2006/main" rot="0" flipH="1" flipV="1">
            <a:off x="16790229" y="4046031"/>
            <a:ext cx="686436" cy="2276801"/>
          </a:xfrm>
          <a:prstGeom xmlns:a="http://schemas.openxmlformats.org/drawingml/2006/main" prst="straightConnector1">
            <a:avLst/>
          </a:prstGeom>
          <a:ln xmlns:a="http://schemas.openxmlformats.org/drawingml/2006/main" w="63500" cap="flat">
            <a:solidFill>
              <a:srgbClr val="B65655"/>
            </a:solidFill>
            <a:prstDash val="solid"/>
            <a:miter/>
            <a:headEnd type="triangle" w="med" len="med"/>
          </a:ln>
        </p:spPr>
      </p:cxnSp>
      <p:sp>
        <p:nvSpPr>
          <p:cNvPr id="266" name="Circle">
            <a:extLst xmlns:a="http://schemas.openxmlformats.org/drawingml/2006/main">
              <a:ext uri="{FF2B5EF4-FFF2-40B4-BE49-F238E27FC236}">
                <a16:creationId xmlns:a16="http://schemas.microsoft.com/office/drawing/2014/main" id="{986419DA-5DDB-4B4F-940B-869EB92DE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8068212" y="5230344"/>
            <a:ext cx="581530" cy="58153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88900">
            <a:solidFill>
              <a:srgbClr val="000000"/>
            </a:solidFill>
            <a:prstDash val="solid"/>
          </a:ln>
        </p:spPr>
        <p:txBody>
          <a:bodyPr xmlns:a="http://schemas.openxmlformats.org/drawingml/2006/main" wrap="square" lIns="50800" tIns="50800" rIns="50800" bIns="50800" anchor="ctr">
            <a:noAutofit/>
          </a:bodyPr>
          <a:lstStyle xmlns:a="http://schemas.openxmlformats.org/drawingml/2006/main"/>
          <a:p xmlns:a="http://schemas.openxmlformats.org/drawingml/2006/main">
            <a:pPr algn="ctr" defTabSz="825500">
              <a:lnSpc>
                <a:spcPct val="100000"/>
              </a:lnSpc>
              <a:spcBef>
                <a:spcPts val="0"/>
              </a:spcBef>
              <a:buNone/>
              <a:defRPr sz="2700">
                <a:latin typeface="Helvetica Neue Medium"/>
                <a:ea typeface="Helvetica Neue Medium"/>
                <a:cs typeface="Helvetica Neue Medium"/>
              </a:defRPr>
            </a:pPr>
          </a:p>
        </p:txBody>
      </p:sp>
      <p:cxnSp>
        <p:nvCxnSpPr>
          <p:cNvPr id="472" name="Connection Line"/>
          <p:cNvCxnSpPr>
            <a:stCxn xmlns:a="http://schemas.openxmlformats.org/drawingml/2006/main" id="266" idx="0"/>
            <a:endCxn xmlns:a="http://schemas.openxmlformats.org/drawingml/2006/main" id="248" idx="0"/>
          </p:cNvCxnSpPr>
          <p:nvPr/>
        </p:nvCxnSpPr>
        <p:spPr>
          <a:xfrm xmlns:a="http://schemas.openxmlformats.org/drawingml/2006/main" rot="0" flipH="0" flipV="1">
            <a:off x="18358977" y="3795351"/>
            <a:ext cx="179105" cy="1725757"/>
          </a:xfrm>
          <a:prstGeom xmlns:a="http://schemas.openxmlformats.org/drawingml/2006/main" prst="straightConnector1">
            <a:avLst/>
          </a:prstGeom>
          <a:ln xmlns:a="http://schemas.openxmlformats.org/drawingml/2006/main" w="63500" cap="flat">
            <a:solidFill>
              <a:srgbClr val="B65655"/>
            </a:solidFill>
            <a:prstDash val="solid"/>
            <a:miter/>
            <a:headEnd type="triangle" w="med" len="med"/>
          </a:ln>
        </p:spPr>
      </p:cxnSp>
      <p:cxnSp>
        <p:nvCxnSpPr>
          <p:cNvPr id="473" name="Connection Line"/>
          <p:cNvCxnSpPr>
            <a:stCxn xmlns:a="http://schemas.openxmlformats.org/drawingml/2006/main" id="266" idx="0"/>
            <a:endCxn xmlns:a="http://schemas.openxmlformats.org/drawingml/2006/main" id="260" idx="0"/>
          </p:cNvCxnSpPr>
          <p:nvPr/>
        </p:nvCxnSpPr>
        <p:spPr>
          <a:xfrm xmlns:a="http://schemas.openxmlformats.org/drawingml/2006/main" rot="0" flipH="1" flipV="0">
            <a:off x="17476664" y="5521108"/>
            <a:ext cx="882314" cy="801724"/>
          </a:xfrm>
          <a:prstGeom xmlns:a="http://schemas.openxmlformats.org/drawingml/2006/main" prst="straightConnector1">
            <a:avLst/>
          </a:prstGeom>
          <a:ln xmlns:a="http://schemas.openxmlformats.org/drawingml/2006/main" w="63500" cap="flat">
            <a:solidFill>
              <a:srgbClr val="5471AB"/>
            </a:solidFill>
            <a:prstDash val="solid"/>
            <a:miter/>
            <a:tailEnd type="triangle" w="med" len="med"/>
          </a:ln>
        </p:spPr>
      </p:cxnSp>
      <p:sp>
        <p:nvSpPr>
          <p:cNvPr id="269" name="Circle">
            <a:extLst xmlns:a="http://schemas.openxmlformats.org/drawingml/2006/main">
              <a:ext uri="{FF2B5EF4-FFF2-40B4-BE49-F238E27FC236}">
                <a16:creationId xmlns:a16="http://schemas.microsoft.com/office/drawing/2014/main" id="{3E4721D1-E37B-47C4-B39F-34A996BDE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359036" y="6032066"/>
            <a:ext cx="581530" cy="58153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88900">
            <a:solidFill>
              <a:srgbClr val="000000"/>
            </a:solidFill>
            <a:prstDash val="solid"/>
          </a:ln>
        </p:spPr>
        <p:txBody>
          <a:bodyPr xmlns:a="http://schemas.openxmlformats.org/drawingml/2006/main" wrap="square" lIns="50800" tIns="50800" rIns="50800" bIns="50800" anchor="ctr">
            <a:noAutofit/>
          </a:bodyPr>
          <a:lstStyle xmlns:a="http://schemas.openxmlformats.org/drawingml/2006/main"/>
          <a:p xmlns:a="http://schemas.openxmlformats.org/drawingml/2006/main">
            <a:pPr algn="ctr" defTabSz="825500">
              <a:lnSpc>
                <a:spcPct val="100000"/>
              </a:lnSpc>
              <a:spcBef>
                <a:spcPts val="0"/>
              </a:spcBef>
              <a:buNone/>
              <a:defRPr sz="2700">
                <a:latin typeface="Helvetica Neue Medium"/>
                <a:ea typeface="Helvetica Neue Medium"/>
                <a:cs typeface="Helvetica Neue Medium"/>
              </a:defRPr>
            </a:pPr>
          </a:p>
        </p:txBody>
      </p:sp>
      <p:cxnSp>
        <p:nvCxnSpPr>
          <p:cNvPr id="475" name="Connection Line"/>
          <p:cNvCxnSpPr>
            <a:stCxn xmlns:a="http://schemas.openxmlformats.org/drawingml/2006/main" id="269" idx="0"/>
            <a:endCxn xmlns:a="http://schemas.openxmlformats.org/drawingml/2006/main" id="256" idx="0"/>
          </p:cNvCxnSpPr>
          <p:nvPr/>
        </p:nvCxnSpPr>
        <p:spPr>
          <a:xfrm xmlns:a="http://schemas.openxmlformats.org/drawingml/2006/main" rot="0" flipH="0" flipV="1">
            <a:off x="15649801" y="5290929"/>
            <a:ext cx="888153" cy="1031903"/>
          </a:xfrm>
          <a:prstGeom xmlns:a="http://schemas.openxmlformats.org/drawingml/2006/main" prst="straightConnector1">
            <a:avLst/>
          </a:prstGeom>
          <a:ln xmlns:a="http://schemas.openxmlformats.org/drawingml/2006/main" w="63500" cap="flat">
            <a:solidFill>
              <a:srgbClr val="5471AB"/>
            </a:solidFill>
            <a:prstDash val="solid"/>
            <a:miter/>
            <a:headEnd type="triangle" w="med" len="med"/>
          </a:ln>
        </p:spPr>
      </p:cxnSp>
      <p:cxnSp>
        <p:nvCxnSpPr>
          <p:cNvPr id="476" name="Connection Line"/>
          <p:cNvCxnSpPr>
            <a:stCxn xmlns:a="http://schemas.openxmlformats.org/drawingml/2006/main" id="269" idx="0"/>
            <a:endCxn xmlns:a="http://schemas.openxmlformats.org/drawingml/2006/main" id="254" idx="0"/>
          </p:cNvCxnSpPr>
          <p:nvPr/>
        </p:nvCxnSpPr>
        <p:spPr>
          <a:xfrm xmlns:a="http://schemas.openxmlformats.org/drawingml/2006/main" rot="0" flipH="1" flipV="1">
            <a:off x="15517059" y="3795351"/>
            <a:ext cx="132743" cy="2527481"/>
          </a:xfrm>
          <a:prstGeom xmlns:a="http://schemas.openxmlformats.org/drawingml/2006/main" prst="straightConnector1">
            <a:avLst/>
          </a:prstGeom>
          <a:ln xmlns:a="http://schemas.openxmlformats.org/drawingml/2006/main" w="63500" cap="flat">
            <a:solidFill>
              <a:srgbClr val="B65655"/>
            </a:solidFill>
            <a:prstDash val="solid"/>
            <a:miter/>
            <a:headEnd type="triangle" w="med" len="med"/>
          </a:ln>
        </p:spPr>
      </p:cxnSp>
      <p:cxnSp>
        <p:nvCxnSpPr>
          <p:cNvPr id="477" name="Connection Line"/>
          <p:cNvCxnSpPr>
            <a:stCxn xmlns:a="http://schemas.openxmlformats.org/drawingml/2006/main" id="269" idx="0"/>
            <a:endCxn xmlns:a="http://schemas.openxmlformats.org/drawingml/2006/main" id="260" idx="0"/>
          </p:cNvCxnSpPr>
          <p:nvPr/>
        </p:nvCxnSpPr>
        <p:spPr>
          <a:xfrm xmlns:a="http://schemas.openxmlformats.org/drawingml/2006/main" rot="0" flipH="0" flipV="0">
            <a:off x="15649801" y="6322831"/>
            <a:ext cx="1826864" cy="1"/>
          </a:xfrm>
          <a:prstGeom xmlns:a="http://schemas.openxmlformats.org/drawingml/2006/main" prst="straightConnector1">
            <a:avLst/>
          </a:prstGeom>
          <a:ln xmlns:a="http://schemas.openxmlformats.org/drawingml/2006/main" w="63500" cap="flat">
            <a:solidFill>
              <a:srgbClr val="5471AB"/>
            </a:solidFill>
            <a:prstDash val="solid"/>
            <a:miter/>
            <a:headEnd type="triangle" w="med" len="med"/>
          </a:ln>
        </p:spPr>
      </p:cxnSp>
      <p:graphicFrame>
        <p:nvGraphicFramePr>
          <p:cNvPr id="478" name="Direct effects heatmap"/>
          <p:cNvGraphicFramePr/>
          <p:nvPr/>
        </p:nvGraphicFramePr>
        <p:xfrm>
          <a:off xmlns:a="http://schemas.openxmlformats.org/drawingml/2006/main" x="12001500" y="3238500"/>
          <a:ext xmlns:a="http://schemas.openxmlformats.org/drawingml/2006/main" cx="2667000" cy="2667000"/>
        </p:xfrm>
        <a:graphic xmlns:a="http://schemas.openxmlformats.org/drawingml/2006/main">
          <a:graphicData uri="http://schemas.openxmlformats.org/drawingml/2006/table">
            <a:tbl>
              <a:tblPr firstRow="0" firstCol="0" lastRow="0" lastCol="0" bandRow="0" bandCol="0"/>
              <a:tblGrid>
                <a:gridCol w="296333"/>
                <a:gridCol w="296333"/>
                <a:gridCol w="296333"/>
                <a:gridCol w="296333"/>
                <a:gridCol w="296333"/>
                <a:gridCol w="296333"/>
                <a:gridCol w="296333"/>
                <a:gridCol w="296333"/>
                <a:gridCol w="296333"/>
              </a:tblGrid>
              <a:tr h="296333"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>
                    <a:solidFill>
                      <a:srgbClr val="CFCFC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>
                    <a:solidFill>
                      <a:srgbClr val="CB50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>
                    <a:solidFill>
                      <a:srgbClr val="CB50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>
                    <a:solidFill>
                      <a:srgbClr val="557DB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296333"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>
                    <a:solidFill>
                      <a:srgbClr val="CFCFC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>
                    <a:solidFill>
                      <a:srgbClr val="CB50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>
                    <a:solidFill>
                      <a:srgbClr val="557DB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>
                    <a:solidFill>
                      <a:srgbClr val="CB5057"/>
                    </a:solidFill>
                  </a:tcPr>
                </a:tc>
              </a:tr>
              <a:tr h="296333"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>
                    <a:solidFill>
                      <a:srgbClr val="CFCFC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>
                    <a:solidFill>
                      <a:srgbClr val="557DB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>
                    <a:solidFill>
                      <a:srgbClr val="CB50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296333"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>
                    <a:solidFill>
                      <a:srgbClr val="CFCFC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>
                    <a:solidFill>
                      <a:srgbClr val="CB50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>
                    <a:solidFill>
                      <a:srgbClr val="CB50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296333"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>
                    <a:solidFill>
                      <a:srgbClr val="CFCFC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>
                    <a:solidFill>
                      <a:srgbClr val="557DB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296333"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>
                    <a:solidFill>
                      <a:srgbClr val="557DB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>
                    <a:solidFill>
                      <a:srgbClr val="CFCFC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>
                    <a:solidFill>
                      <a:srgbClr val="557DB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296333"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>
                    <a:solidFill>
                      <a:srgbClr val="CFCFC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>
                    <a:solidFill>
                      <a:srgbClr val="CB50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>
                    <a:solidFill>
                      <a:srgbClr val="557DB7"/>
                    </a:solidFill>
                  </a:tcPr>
                </a:tc>
              </a:tr>
              <a:tr h="296333"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>
                    <a:solidFill>
                      <a:srgbClr val="557DB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>
                    <a:solidFill>
                      <a:srgbClr val="557DB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>
                    <a:solidFill>
                      <a:srgbClr val="CFCFC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>
                    <a:solidFill>
                      <a:srgbClr val="557DB7"/>
                    </a:solidFill>
                  </a:tcPr>
                </a:tc>
              </a:tr>
              <a:tr h="296333"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>
                    <a:solidFill>
                      <a:srgbClr val="CFCFC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37330491"/>
      </p:ext>
    </p:extLst>
  </p:cSld>
</p:sld>
</file>

<file path=ppt/theme/theme1.xml><?xml version="1.0" encoding="utf-8"?>
<a:theme xmlns:a="http://schemas.openxmlformats.org/drawingml/2006/main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4999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2026-08-05T00:34:27.1670000Z</dcterms:created>
  <dcterms:modified xsi:type="dcterms:W3CDTF">2026-08-05T00:34:27.1670000Z</dcterms:modified>
</coreProperties>
</file>